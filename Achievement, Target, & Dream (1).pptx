
<file path=[Content_Types].xml><?xml version="1.0" encoding="utf-8"?>
<Types xmlns="http://schemas.openxmlformats.org/package/2006/content-types">
  <Default Extension="emf" ContentType="image/x-emf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473" r:id="rId5"/>
    <p:sldId id="472" r:id="rId6"/>
    <p:sldId id="474" r:id="rId7"/>
    <p:sldId id="478" r:id="rId8"/>
    <p:sldId id="476" r:id="rId9"/>
    <p:sldId id="475" r:id="rId10"/>
    <p:sldId id="45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1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DE71"/>
    <a:srgbClr val="39CC48"/>
    <a:srgbClr val="26E871"/>
    <a:srgbClr val="34AB1F"/>
    <a:srgbClr val="2DC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中間スタイル 1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62" autoAdjust="0"/>
    <p:restoredTop sz="94162" autoAdjust="0"/>
  </p:normalViewPr>
  <p:slideViewPr>
    <p:cSldViewPr snapToGrid="0" showGuides="1">
      <p:cViewPr varScale="1">
        <p:scale>
          <a:sx n="111" d="100"/>
          <a:sy n="111" d="100"/>
        </p:scale>
        <p:origin x="696" y="96"/>
      </p:cViewPr>
      <p:guideLst>
        <p:guide orient="horz" pos="3317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-162"/>
    </p:cViewPr>
  </p:sorterViewPr>
  <p:notesViewPr>
    <p:cSldViewPr snapToGrid="0" showGuides="1">
      <p:cViewPr varScale="1">
        <p:scale>
          <a:sx n="116" d="100"/>
          <a:sy n="116" d="100"/>
        </p:scale>
        <p:origin x="3940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35F46FB-E51B-DC9B-E6FB-DFB3708C21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8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43DF28-6017-98A8-3C29-D29FEA9E0D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14FD17-B27E-45F5-83E5-6BB059B3DE89}" type="datetimeFigureOut">
              <a:rPr lang="en-US" sz="800" smtClean="0"/>
              <a:t>5/5/2026</a:t>
            </a:fld>
            <a:endParaRPr lang="en-US" sz="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E3D8A7-6017-9992-4D9A-AA1EF10D6A4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8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766266-0C13-2EC9-B1B3-CEA737098E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426E0-FF65-4279-8361-859B07F4216C}" type="slidenum">
              <a:rPr lang="en-US" sz="800" smtClean="0"/>
              <a:t>‹#›</a:t>
            </a:fld>
            <a:endParaRPr lang="en-US" sz="8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15CD52-BB75-17C4-93C6-0CAF00DC13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2609050" y="8578439"/>
            <a:ext cx="1639900" cy="21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0446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/>
            </a:lvl1pPr>
          </a:lstStyle>
          <a:p>
            <a:fld id="{E192053C-4872-41CE-A1E7-62A4E796B437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754197" y="781620"/>
            <a:ext cx="3349606" cy="188415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2869135"/>
            <a:ext cx="5486400" cy="549324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/>
            </a:lvl1pPr>
          </a:lstStyle>
          <a:p>
            <a:fld id="{EACC7005-4EA0-4F76-9038-639717FB07F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AC4350-F151-1A85-F8DF-C898154BE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2609050" y="8578439"/>
            <a:ext cx="1639900" cy="21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17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1 A_Title 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D9A61886-0EC9-B1F6-E1D3-4F8AB635DE73}"/>
              </a:ext>
            </a:extLst>
          </p:cNvPr>
          <p:cNvSpPr/>
          <p:nvPr userDrawn="1"/>
        </p:nvSpPr>
        <p:spPr>
          <a:xfrm>
            <a:off x="0" y="0"/>
            <a:ext cx="5582194" cy="6858000"/>
          </a:xfrm>
          <a:prstGeom prst="rect">
            <a:avLst/>
          </a:prstGeom>
          <a:gradFill>
            <a:gsLst>
              <a:gs pos="49000">
                <a:srgbClr val="106FFF"/>
              </a:gs>
              <a:gs pos="17000">
                <a:schemeClr val="accent2"/>
              </a:gs>
              <a:gs pos="0">
                <a:srgbClr val="0046AD"/>
              </a:gs>
              <a:gs pos="90000">
                <a:srgbClr val="2DC1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8" name="図 7" descr="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282155BD-291E-CD3F-7EAA-E682F03104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26" y="2603292"/>
            <a:ext cx="4090209" cy="620425"/>
          </a:xfrm>
          <a:prstGeom prst="rect">
            <a:avLst/>
          </a:prstGeom>
        </p:spPr>
      </p:pic>
      <p:sp>
        <p:nvSpPr>
          <p:cNvPr id="2" name="図プレースホルダー 29">
            <a:extLst>
              <a:ext uri="{FF2B5EF4-FFF2-40B4-BE49-F238E27FC236}">
                <a16:creationId xmlns:a16="http://schemas.microsoft.com/office/drawing/2014/main" id="{014D1F71-D9A2-35AD-B634-AE545E4008B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125867" y="1"/>
            <a:ext cx="11114901" cy="6857999"/>
          </a:xfrm>
          <a:custGeom>
            <a:avLst/>
            <a:gdLst>
              <a:gd name="connsiteX0" fmla="*/ 0 w 7063669"/>
              <a:gd name="connsiteY0" fmla="*/ 3434256 h 6868512"/>
              <a:gd name="connsiteX1" fmla="*/ 0 w 7063669"/>
              <a:gd name="connsiteY1" fmla="*/ 2 h 6868512"/>
              <a:gd name="connsiteX2" fmla="*/ 7063669 w 7063669"/>
              <a:gd name="connsiteY2" fmla="*/ 2 h 6868512"/>
              <a:gd name="connsiteX3" fmla="*/ 7063669 w 7063669"/>
              <a:gd name="connsiteY3" fmla="*/ 3434256 h 6868512"/>
              <a:gd name="connsiteX4" fmla="*/ 7063669 w 7063669"/>
              <a:gd name="connsiteY4" fmla="*/ 6868510 h 6868512"/>
              <a:gd name="connsiteX5" fmla="*/ 0 w 7063669"/>
              <a:gd name="connsiteY5" fmla="*/ 6868510 h 6868512"/>
              <a:gd name="connsiteX6" fmla="*/ 0 w 7063669"/>
              <a:gd name="connsiteY6" fmla="*/ 3434256 h 6868512"/>
              <a:gd name="connsiteX0" fmla="*/ 2837793 w 9901462"/>
              <a:gd name="connsiteY0" fmla="*/ 3434254 h 6868508"/>
              <a:gd name="connsiteX1" fmla="*/ 0 w 9901462"/>
              <a:gd name="connsiteY1" fmla="*/ 21021 h 6868508"/>
              <a:gd name="connsiteX2" fmla="*/ 9901462 w 9901462"/>
              <a:gd name="connsiteY2" fmla="*/ 0 h 6868508"/>
              <a:gd name="connsiteX3" fmla="*/ 9901462 w 9901462"/>
              <a:gd name="connsiteY3" fmla="*/ 3434254 h 6868508"/>
              <a:gd name="connsiteX4" fmla="*/ 9901462 w 9901462"/>
              <a:gd name="connsiteY4" fmla="*/ 6868508 h 6868508"/>
              <a:gd name="connsiteX5" fmla="*/ 2837793 w 9901462"/>
              <a:gd name="connsiteY5" fmla="*/ 6868508 h 6868508"/>
              <a:gd name="connsiteX6" fmla="*/ 2837793 w 9901462"/>
              <a:gd name="connsiteY6" fmla="*/ 3434254 h 6868508"/>
              <a:gd name="connsiteX0" fmla="*/ 2827282 w 9890951"/>
              <a:gd name="connsiteY0" fmla="*/ 3434254 h 6868508"/>
              <a:gd name="connsiteX1" fmla="*/ 0 w 9890951"/>
              <a:gd name="connsiteY1" fmla="*/ 10510 h 6868508"/>
              <a:gd name="connsiteX2" fmla="*/ 9890951 w 9890951"/>
              <a:gd name="connsiteY2" fmla="*/ 0 h 6868508"/>
              <a:gd name="connsiteX3" fmla="*/ 9890951 w 9890951"/>
              <a:gd name="connsiteY3" fmla="*/ 3434254 h 6868508"/>
              <a:gd name="connsiteX4" fmla="*/ 9890951 w 9890951"/>
              <a:gd name="connsiteY4" fmla="*/ 6868508 h 6868508"/>
              <a:gd name="connsiteX5" fmla="*/ 2827282 w 9890951"/>
              <a:gd name="connsiteY5" fmla="*/ 6868508 h 6868508"/>
              <a:gd name="connsiteX6" fmla="*/ 2827282 w 9890951"/>
              <a:gd name="connsiteY6" fmla="*/ 3434254 h 6868508"/>
              <a:gd name="connsiteX0" fmla="*/ 3142592 w 9890951"/>
              <a:gd name="connsiteY0" fmla="*/ 2898226 h 6868508"/>
              <a:gd name="connsiteX1" fmla="*/ 0 w 9890951"/>
              <a:gd name="connsiteY1" fmla="*/ 10510 h 6868508"/>
              <a:gd name="connsiteX2" fmla="*/ 9890951 w 9890951"/>
              <a:gd name="connsiteY2" fmla="*/ 0 h 6868508"/>
              <a:gd name="connsiteX3" fmla="*/ 9890951 w 9890951"/>
              <a:gd name="connsiteY3" fmla="*/ 3434254 h 6868508"/>
              <a:gd name="connsiteX4" fmla="*/ 9890951 w 9890951"/>
              <a:gd name="connsiteY4" fmla="*/ 6868508 h 6868508"/>
              <a:gd name="connsiteX5" fmla="*/ 2827282 w 9890951"/>
              <a:gd name="connsiteY5" fmla="*/ 6868508 h 6868508"/>
              <a:gd name="connsiteX6" fmla="*/ 3142592 w 9890951"/>
              <a:gd name="connsiteY6" fmla="*/ 2898226 h 6868508"/>
              <a:gd name="connsiteX0" fmla="*/ 2911364 w 9890951"/>
              <a:gd name="connsiteY0" fmla="*/ 2824654 h 6868508"/>
              <a:gd name="connsiteX1" fmla="*/ 0 w 9890951"/>
              <a:gd name="connsiteY1" fmla="*/ 10510 h 6868508"/>
              <a:gd name="connsiteX2" fmla="*/ 9890951 w 9890951"/>
              <a:gd name="connsiteY2" fmla="*/ 0 h 6868508"/>
              <a:gd name="connsiteX3" fmla="*/ 9890951 w 9890951"/>
              <a:gd name="connsiteY3" fmla="*/ 3434254 h 6868508"/>
              <a:gd name="connsiteX4" fmla="*/ 9890951 w 9890951"/>
              <a:gd name="connsiteY4" fmla="*/ 6868508 h 6868508"/>
              <a:gd name="connsiteX5" fmla="*/ 2827282 w 9890951"/>
              <a:gd name="connsiteY5" fmla="*/ 6868508 h 6868508"/>
              <a:gd name="connsiteX6" fmla="*/ 2911364 w 9890951"/>
              <a:gd name="connsiteY6" fmla="*/ 2824654 h 6868508"/>
              <a:gd name="connsiteX0" fmla="*/ 4056992 w 11036579"/>
              <a:gd name="connsiteY0" fmla="*/ 2824654 h 6868508"/>
              <a:gd name="connsiteX1" fmla="*/ 1145628 w 11036579"/>
              <a:gd name="connsiteY1" fmla="*/ 10510 h 6868508"/>
              <a:gd name="connsiteX2" fmla="*/ 11036579 w 11036579"/>
              <a:gd name="connsiteY2" fmla="*/ 0 h 6868508"/>
              <a:gd name="connsiteX3" fmla="*/ 11036579 w 11036579"/>
              <a:gd name="connsiteY3" fmla="*/ 3434254 h 6868508"/>
              <a:gd name="connsiteX4" fmla="*/ 11036579 w 11036579"/>
              <a:gd name="connsiteY4" fmla="*/ 6868508 h 6868508"/>
              <a:gd name="connsiteX5" fmla="*/ 0 w 11036579"/>
              <a:gd name="connsiteY5" fmla="*/ 6815956 h 6868508"/>
              <a:gd name="connsiteX6" fmla="*/ 4056992 w 11036579"/>
              <a:gd name="connsiteY6" fmla="*/ 2824654 h 6868508"/>
              <a:gd name="connsiteX0" fmla="*/ 4078012 w 11057599"/>
              <a:gd name="connsiteY0" fmla="*/ 2824654 h 6868508"/>
              <a:gd name="connsiteX1" fmla="*/ 1166648 w 11057599"/>
              <a:gd name="connsiteY1" fmla="*/ 10510 h 6868508"/>
              <a:gd name="connsiteX2" fmla="*/ 11057599 w 11057599"/>
              <a:gd name="connsiteY2" fmla="*/ 0 h 6868508"/>
              <a:gd name="connsiteX3" fmla="*/ 11057599 w 11057599"/>
              <a:gd name="connsiteY3" fmla="*/ 3434254 h 6868508"/>
              <a:gd name="connsiteX4" fmla="*/ 11057599 w 11057599"/>
              <a:gd name="connsiteY4" fmla="*/ 6868508 h 6868508"/>
              <a:gd name="connsiteX5" fmla="*/ 0 w 11057599"/>
              <a:gd name="connsiteY5" fmla="*/ 6868508 h 6868508"/>
              <a:gd name="connsiteX6" fmla="*/ 4078012 w 11057599"/>
              <a:gd name="connsiteY6" fmla="*/ 2824654 h 6868508"/>
              <a:gd name="connsiteX0" fmla="*/ 4078012 w 11068109"/>
              <a:gd name="connsiteY0" fmla="*/ 2814144 h 6857998"/>
              <a:gd name="connsiteX1" fmla="*/ 1166648 w 11068109"/>
              <a:gd name="connsiteY1" fmla="*/ 0 h 6857998"/>
              <a:gd name="connsiteX2" fmla="*/ 11068109 w 11068109"/>
              <a:gd name="connsiteY2" fmla="*/ 0 h 6857998"/>
              <a:gd name="connsiteX3" fmla="*/ 11057599 w 11068109"/>
              <a:gd name="connsiteY3" fmla="*/ 3423744 h 6857998"/>
              <a:gd name="connsiteX4" fmla="*/ 11057599 w 11068109"/>
              <a:gd name="connsiteY4" fmla="*/ 6857998 h 6857998"/>
              <a:gd name="connsiteX5" fmla="*/ 0 w 11068109"/>
              <a:gd name="connsiteY5" fmla="*/ 6857998 h 6857998"/>
              <a:gd name="connsiteX6" fmla="*/ 4078012 w 11068109"/>
              <a:gd name="connsiteY6" fmla="*/ 2814144 h 6857998"/>
              <a:gd name="connsiteX0" fmla="*/ 4078012 w 11068109"/>
              <a:gd name="connsiteY0" fmla="*/ 2814144 h 6857998"/>
              <a:gd name="connsiteX1" fmla="*/ 1166648 w 11068109"/>
              <a:gd name="connsiteY1" fmla="*/ 0 h 6857998"/>
              <a:gd name="connsiteX2" fmla="*/ 11068109 w 11068109"/>
              <a:gd name="connsiteY2" fmla="*/ 0 h 6857998"/>
              <a:gd name="connsiteX3" fmla="*/ 11057599 w 11068109"/>
              <a:gd name="connsiteY3" fmla="*/ 3423744 h 6857998"/>
              <a:gd name="connsiteX4" fmla="*/ 11047089 w 11068109"/>
              <a:gd name="connsiteY4" fmla="*/ 6857998 h 6857998"/>
              <a:gd name="connsiteX5" fmla="*/ 0 w 11068109"/>
              <a:gd name="connsiteY5" fmla="*/ 6857998 h 6857998"/>
              <a:gd name="connsiteX6" fmla="*/ 4078012 w 11068109"/>
              <a:gd name="connsiteY6" fmla="*/ 2814144 h 6857998"/>
              <a:gd name="connsiteX0" fmla="*/ 4041155 w 11068109"/>
              <a:gd name="connsiteY0" fmla="*/ 2820281 h 6857998"/>
              <a:gd name="connsiteX1" fmla="*/ 1166648 w 11068109"/>
              <a:gd name="connsiteY1" fmla="*/ 0 h 6857998"/>
              <a:gd name="connsiteX2" fmla="*/ 11068109 w 11068109"/>
              <a:gd name="connsiteY2" fmla="*/ 0 h 6857998"/>
              <a:gd name="connsiteX3" fmla="*/ 11057599 w 11068109"/>
              <a:gd name="connsiteY3" fmla="*/ 3423744 h 6857998"/>
              <a:gd name="connsiteX4" fmla="*/ 11047089 w 11068109"/>
              <a:gd name="connsiteY4" fmla="*/ 6857998 h 6857998"/>
              <a:gd name="connsiteX5" fmla="*/ 0 w 11068109"/>
              <a:gd name="connsiteY5" fmla="*/ 6857998 h 6857998"/>
              <a:gd name="connsiteX6" fmla="*/ 4041155 w 11068109"/>
              <a:gd name="connsiteY6" fmla="*/ 2820281 h 6857998"/>
              <a:gd name="connsiteX0" fmla="*/ 4090298 w 11117252"/>
              <a:gd name="connsiteY0" fmla="*/ 2820281 h 6857998"/>
              <a:gd name="connsiteX1" fmla="*/ 1215791 w 11117252"/>
              <a:gd name="connsiteY1" fmla="*/ 0 h 6857998"/>
              <a:gd name="connsiteX2" fmla="*/ 11117252 w 11117252"/>
              <a:gd name="connsiteY2" fmla="*/ 0 h 6857998"/>
              <a:gd name="connsiteX3" fmla="*/ 11106742 w 11117252"/>
              <a:gd name="connsiteY3" fmla="*/ 3423744 h 6857998"/>
              <a:gd name="connsiteX4" fmla="*/ 11096232 w 11117252"/>
              <a:gd name="connsiteY4" fmla="*/ 6857998 h 6857998"/>
              <a:gd name="connsiteX5" fmla="*/ 0 w 11117252"/>
              <a:gd name="connsiteY5" fmla="*/ 6857998 h 6857998"/>
              <a:gd name="connsiteX6" fmla="*/ 4090298 w 11117252"/>
              <a:gd name="connsiteY6" fmla="*/ 2820281 h 6857998"/>
              <a:gd name="connsiteX0" fmla="*/ 4090298 w 11117252"/>
              <a:gd name="connsiteY0" fmla="*/ 2820281 h 6857998"/>
              <a:gd name="connsiteX1" fmla="*/ 1215791 w 11117252"/>
              <a:gd name="connsiteY1" fmla="*/ 0 h 6857998"/>
              <a:gd name="connsiteX2" fmla="*/ 11117252 w 11117252"/>
              <a:gd name="connsiteY2" fmla="*/ 0 h 6857998"/>
              <a:gd name="connsiteX3" fmla="*/ 11106742 w 11117252"/>
              <a:gd name="connsiteY3" fmla="*/ 3423744 h 6857998"/>
              <a:gd name="connsiteX4" fmla="*/ 10778296 w 11117252"/>
              <a:gd name="connsiteY4" fmla="*/ 6838748 h 6857998"/>
              <a:gd name="connsiteX5" fmla="*/ 0 w 11117252"/>
              <a:gd name="connsiteY5" fmla="*/ 6857998 h 6857998"/>
              <a:gd name="connsiteX6" fmla="*/ 4090298 w 11117252"/>
              <a:gd name="connsiteY6" fmla="*/ 2820281 h 6857998"/>
              <a:gd name="connsiteX0" fmla="*/ 4090298 w 11125466"/>
              <a:gd name="connsiteY0" fmla="*/ 2820281 h 6857999"/>
              <a:gd name="connsiteX1" fmla="*/ 1215791 w 11125466"/>
              <a:gd name="connsiteY1" fmla="*/ 0 h 6857999"/>
              <a:gd name="connsiteX2" fmla="*/ 11117252 w 11125466"/>
              <a:gd name="connsiteY2" fmla="*/ 0 h 6857999"/>
              <a:gd name="connsiteX3" fmla="*/ 11106742 w 11125466"/>
              <a:gd name="connsiteY3" fmla="*/ 3423744 h 6857999"/>
              <a:gd name="connsiteX4" fmla="*/ 11125134 w 11125466"/>
              <a:gd name="connsiteY4" fmla="*/ 6857999 h 6857999"/>
              <a:gd name="connsiteX5" fmla="*/ 0 w 11125466"/>
              <a:gd name="connsiteY5" fmla="*/ 6857998 h 6857999"/>
              <a:gd name="connsiteX6" fmla="*/ 4090298 w 11125466"/>
              <a:gd name="connsiteY6" fmla="*/ 282028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125466" h="6857999">
                <a:moveTo>
                  <a:pt x="4090298" y="2820281"/>
                </a:moveTo>
                <a:lnTo>
                  <a:pt x="1215791" y="0"/>
                </a:lnTo>
                <a:lnTo>
                  <a:pt x="11117252" y="0"/>
                </a:lnTo>
                <a:cubicBezTo>
                  <a:pt x="11113749" y="1141248"/>
                  <a:pt x="11110245" y="2282496"/>
                  <a:pt x="11106742" y="3423744"/>
                </a:cubicBezTo>
                <a:cubicBezTo>
                  <a:pt x="11103239" y="4568495"/>
                  <a:pt x="11128637" y="5713248"/>
                  <a:pt x="11125134" y="6857999"/>
                </a:cubicBezTo>
                <a:lnTo>
                  <a:pt x="0" y="6857998"/>
                </a:lnTo>
                <a:lnTo>
                  <a:pt x="4090298" y="2820281"/>
                </a:lnTo>
                <a:close/>
              </a:path>
            </a:pathLst>
          </a:custGeo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kumimoji="1" lang="en-US" dirty="0"/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B17812-713A-F5A8-595B-51B293F2E7D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86761" y="2378763"/>
            <a:ext cx="4986646" cy="870850"/>
          </a:xfrm>
        </p:spPr>
        <p:txBody>
          <a:bodyPr anchor="ctr" anchorCtr="0"/>
          <a:lstStyle>
            <a:lvl1pPr algn="l">
              <a:defRPr sz="42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Footer Placeholder 13">
            <a:extLst>
              <a:ext uri="{FF2B5EF4-FFF2-40B4-BE49-F238E27FC236}">
                <a16:creationId xmlns:a16="http://schemas.microsoft.com/office/drawing/2014/main" id="{B52EE07E-1F15-DCA1-1220-C38434E0EC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411906" y="6544221"/>
            <a:ext cx="6285185" cy="1616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©︎ TDK Corporation 2025 | Department | Document title | Confidential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E3E7F50-382B-6307-3083-3A59268F71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675329" y="1887303"/>
            <a:ext cx="1013677" cy="1865255"/>
          </a:xfr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sp>
        <p:nvSpPr>
          <p:cNvPr id="9" name="テキスト プレースホルダー 9">
            <a:extLst>
              <a:ext uri="{FF2B5EF4-FFF2-40B4-BE49-F238E27FC236}">
                <a16:creationId xmlns:a16="http://schemas.microsoft.com/office/drawing/2014/main" id="{7F279441-528A-87AD-B98F-CD695BD6C3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82194" y="4165671"/>
            <a:ext cx="4991211" cy="379916"/>
          </a:xfrm>
        </p:spPr>
        <p:txBody>
          <a:bodyPr anchor="t"/>
          <a:lstStyle>
            <a:lvl1pPr marL="0" indent="0" algn="l">
              <a:buFontTx/>
              <a:buNone/>
              <a:defRPr sz="2000">
                <a:solidFill>
                  <a:schemeClr val="tx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endParaRPr kumimoji="1" lang="en-US" dirty="0"/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5A6C97D0-435E-C508-8CA9-298357CB7D4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90271" y="5731914"/>
            <a:ext cx="3503342" cy="379916"/>
          </a:xfrm>
        </p:spPr>
        <p:txBody>
          <a:bodyPr anchor="b"/>
          <a:lstStyle>
            <a:lvl1pPr marL="0" indent="0" algn="r">
              <a:buFontTx/>
              <a:buNone/>
              <a:defRPr sz="1600">
                <a:solidFill>
                  <a:schemeClr val="tx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dirty="0"/>
              <a:t>Company</a:t>
            </a:r>
          </a:p>
        </p:txBody>
      </p:sp>
      <p:sp>
        <p:nvSpPr>
          <p:cNvPr id="3" name="テキスト プレースホルダー 9">
            <a:extLst>
              <a:ext uri="{FF2B5EF4-FFF2-40B4-BE49-F238E27FC236}">
                <a16:creationId xmlns:a16="http://schemas.microsoft.com/office/drawing/2014/main" id="{FFC8C651-9EC4-E0BA-72DC-DA32A7E6DE7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0271" y="6130307"/>
            <a:ext cx="3506820" cy="379916"/>
          </a:xfrm>
        </p:spPr>
        <p:txBody>
          <a:bodyPr anchor="ctr" anchorCtr="0"/>
          <a:lstStyle>
            <a:lvl1pPr marL="0" indent="0" algn="r">
              <a:buFontTx/>
              <a:buNone/>
              <a:defRPr sz="1400">
                <a:solidFill>
                  <a:schemeClr val="tx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85098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2 A_Title 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ACDD1BCB-8360-6F78-0D00-7184EE82B956}"/>
              </a:ext>
            </a:extLst>
          </p:cNvPr>
          <p:cNvSpPr/>
          <p:nvPr userDrawn="1"/>
        </p:nvSpPr>
        <p:spPr>
          <a:xfrm>
            <a:off x="1" y="0"/>
            <a:ext cx="5586760" cy="6858000"/>
          </a:xfrm>
          <a:prstGeom prst="rect">
            <a:avLst/>
          </a:prstGeom>
          <a:gradFill>
            <a:gsLst>
              <a:gs pos="19000">
                <a:schemeClr val="accent2"/>
              </a:gs>
              <a:gs pos="0">
                <a:srgbClr val="0046AD"/>
              </a:gs>
              <a:gs pos="70000">
                <a:srgbClr val="9F1FF7"/>
              </a:gs>
              <a:gs pos="85000">
                <a:srgbClr val="C919F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6" name="図 65" descr="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9FD1226-6542-FF56-71F5-96A6D57AE4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26" y="2603292"/>
            <a:ext cx="4090209" cy="620425"/>
          </a:xfrm>
          <a:prstGeom prst="rect">
            <a:avLst/>
          </a:prstGeom>
        </p:spPr>
      </p:pic>
      <p:sp>
        <p:nvSpPr>
          <p:cNvPr id="2" name="図プレースホルダー 29">
            <a:extLst>
              <a:ext uri="{FF2B5EF4-FFF2-40B4-BE49-F238E27FC236}">
                <a16:creationId xmlns:a16="http://schemas.microsoft.com/office/drawing/2014/main" id="{0215E4A0-1EF5-2A27-2FFD-AF6B559DB63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125867" y="1"/>
            <a:ext cx="11114901" cy="6857999"/>
          </a:xfrm>
          <a:custGeom>
            <a:avLst/>
            <a:gdLst>
              <a:gd name="connsiteX0" fmla="*/ 0 w 7063669"/>
              <a:gd name="connsiteY0" fmla="*/ 3434256 h 6868512"/>
              <a:gd name="connsiteX1" fmla="*/ 0 w 7063669"/>
              <a:gd name="connsiteY1" fmla="*/ 2 h 6868512"/>
              <a:gd name="connsiteX2" fmla="*/ 7063669 w 7063669"/>
              <a:gd name="connsiteY2" fmla="*/ 2 h 6868512"/>
              <a:gd name="connsiteX3" fmla="*/ 7063669 w 7063669"/>
              <a:gd name="connsiteY3" fmla="*/ 3434256 h 6868512"/>
              <a:gd name="connsiteX4" fmla="*/ 7063669 w 7063669"/>
              <a:gd name="connsiteY4" fmla="*/ 6868510 h 6868512"/>
              <a:gd name="connsiteX5" fmla="*/ 0 w 7063669"/>
              <a:gd name="connsiteY5" fmla="*/ 6868510 h 6868512"/>
              <a:gd name="connsiteX6" fmla="*/ 0 w 7063669"/>
              <a:gd name="connsiteY6" fmla="*/ 3434256 h 6868512"/>
              <a:gd name="connsiteX0" fmla="*/ 2837793 w 9901462"/>
              <a:gd name="connsiteY0" fmla="*/ 3434254 h 6868508"/>
              <a:gd name="connsiteX1" fmla="*/ 0 w 9901462"/>
              <a:gd name="connsiteY1" fmla="*/ 21021 h 6868508"/>
              <a:gd name="connsiteX2" fmla="*/ 9901462 w 9901462"/>
              <a:gd name="connsiteY2" fmla="*/ 0 h 6868508"/>
              <a:gd name="connsiteX3" fmla="*/ 9901462 w 9901462"/>
              <a:gd name="connsiteY3" fmla="*/ 3434254 h 6868508"/>
              <a:gd name="connsiteX4" fmla="*/ 9901462 w 9901462"/>
              <a:gd name="connsiteY4" fmla="*/ 6868508 h 6868508"/>
              <a:gd name="connsiteX5" fmla="*/ 2837793 w 9901462"/>
              <a:gd name="connsiteY5" fmla="*/ 6868508 h 6868508"/>
              <a:gd name="connsiteX6" fmla="*/ 2837793 w 9901462"/>
              <a:gd name="connsiteY6" fmla="*/ 3434254 h 6868508"/>
              <a:gd name="connsiteX0" fmla="*/ 2827282 w 9890951"/>
              <a:gd name="connsiteY0" fmla="*/ 3434254 h 6868508"/>
              <a:gd name="connsiteX1" fmla="*/ 0 w 9890951"/>
              <a:gd name="connsiteY1" fmla="*/ 10510 h 6868508"/>
              <a:gd name="connsiteX2" fmla="*/ 9890951 w 9890951"/>
              <a:gd name="connsiteY2" fmla="*/ 0 h 6868508"/>
              <a:gd name="connsiteX3" fmla="*/ 9890951 w 9890951"/>
              <a:gd name="connsiteY3" fmla="*/ 3434254 h 6868508"/>
              <a:gd name="connsiteX4" fmla="*/ 9890951 w 9890951"/>
              <a:gd name="connsiteY4" fmla="*/ 6868508 h 6868508"/>
              <a:gd name="connsiteX5" fmla="*/ 2827282 w 9890951"/>
              <a:gd name="connsiteY5" fmla="*/ 6868508 h 6868508"/>
              <a:gd name="connsiteX6" fmla="*/ 2827282 w 9890951"/>
              <a:gd name="connsiteY6" fmla="*/ 3434254 h 6868508"/>
              <a:gd name="connsiteX0" fmla="*/ 3142592 w 9890951"/>
              <a:gd name="connsiteY0" fmla="*/ 2898226 h 6868508"/>
              <a:gd name="connsiteX1" fmla="*/ 0 w 9890951"/>
              <a:gd name="connsiteY1" fmla="*/ 10510 h 6868508"/>
              <a:gd name="connsiteX2" fmla="*/ 9890951 w 9890951"/>
              <a:gd name="connsiteY2" fmla="*/ 0 h 6868508"/>
              <a:gd name="connsiteX3" fmla="*/ 9890951 w 9890951"/>
              <a:gd name="connsiteY3" fmla="*/ 3434254 h 6868508"/>
              <a:gd name="connsiteX4" fmla="*/ 9890951 w 9890951"/>
              <a:gd name="connsiteY4" fmla="*/ 6868508 h 6868508"/>
              <a:gd name="connsiteX5" fmla="*/ 2827282 w 9890951"/>
              <a:gd name="connsiteY5" fmla="*/ 6868508 h 6868508"/>
              <a:gd name="connsiteX6" fmla="*/ 3142592 w 9890951"/>
              <a:gd name="connsiteY6" fmla="*/ 2898226 h 6868508"/>
              <a:gd name="connsiteX0" fmla="*/ 2911364 w 9890951"/>
              <a:gd name="connsiteY0" fmla="*/ 2824654 h 6868508"/>
              <a:gd name="connsiteX1" fmla="*/ 0 w 9890951"/>
              <a:gd name="connsiteY1" fmla="*/ 10510 h 6868508"/>
              <a:gd name="connsiteX2" fmla="*/ 9890951 w 9890951"/>
              <a:gd name="connsiteY2" fmla="*/ 0 h 6868508"/>
              <a:gd name="connsiteX3" fmla="*/ 9890951 w 9890951"/>
              <a:gd name="connsiteY3" fmla="*/ 3434254 h 6868508"/>
              <a:gd name="connsiteX4" fmla="*/ 9890951 w 9890951"/>
              <a:gd name="connsiteY4" fmla="*/ 6868508 h 6868508"/>
              <a:gd name="connsiteX5" fmla="*/ 2827282 w 9890951"/>
              <a:gd name="connsiteY5" fmla="*/ 6868508 h 6868508"/>
              <a:gd name="connsiteX6" fmla="*/ 2911364 w 9890951"/>
              <a:gd name="connsiteY6" fmla="*/ 2824654 h 6868508"/>
              <a:gd name="connsiteX0" fmla="*/ 4056992 w 11036579"/>
              <a:gd name="connsiteY0" fmla="*/ 2824654 h 6868508"/>
              <a:gd name="connsiteX1" fmla="*/ 1145628 w 11036579"/>
              <a:gd name="connsiteY1" fmla="*/ 10510 h 6868508"/>
              <a:gd name="connsiteX2" fmla="*/ 11036579 w 11036579"/>
              <a:gd name="connsiteY2" fmla="*/ 0 h 6868508"/>
              <a:gd name="connsiteX3" fmla="*/ 11036579 w 11036579"/>
              <a:gd name="connsiteY3" fmla="*/ 3434254 h 6868508"/>
              <a:gd name="connsiteX4" fmla="*/ 11036579 w 11036579"/>
              <a:gd name="connsiteY4" fmla="*/ 6868508 h 6868508"/>
              <a:gd name="connsiteX5" fmla="*/ 0 w 11036579"/>
              <a:gd name="connsiteY5" fmla="*/ 6815956 h 6868508"/>
              <a:gd name="connsiteX6" fmla="*/ 4056992 w 11036579"/>
              <a:gd name="connsiteY6" fmla="*/ 2824654 h 6868508"/>
              <a:gd name="connsiteX0" fmla="*/ 4078012 w 11057599"/>
              <a:gd name="connsiteY0" fmla="*/ 2824654 h 6868508"/>
              <a:gd name="connsiteX1" fmla="*/ 1166648 w 11057599"/>
              <a:gd name="connsiteY1" fmla="*/ 10510 h 6868508"/>
              <a:gd name="connsiteX2" fmla="*/ 11057599 w 11057599"/>
              <a:gd name="connsiteY2" fmla="*/ 0 h 6868508"/>
              <a:gd name="connsiteX3" fmla="*/ 11057599 w 11057599"/>
              <a:gd name="connsiteY3" fmla="*/ 3434254 h 6868508"/>
              <a:gd name="connsiteX4" fmla="*/ 11057599 w 11057599"/>
              <a:gd name="connsiteY4" fmla="*/ 6868508 h 6868508"/>
              <a:gd name="connsiteX5" fmla="*/ 0 w 11057599"/>
              <a:gd name="connsiteY5" fmla="*/ 6868508 h 6868508"/>
              <a:gd name="connsiteX6" fmla="*/ 4078012 w 11057599"/>
              <a:gd name="connsiteY6" fmla="*/ 2824654 h 6868508"/>
              <a:gd name="connsiteX0" fmla="*/ 4078012 w 11068109"/>
              <a:gd name="connsiteY0" fmla="*/ 2814144 h 6857998"/>
              <a:gd name="connsiteX1" fmla="*/ 1166648 w 11068109"/>
              <a:gd name="connsiteY1" fmla="*/ 0 h 6857998"/>
              <a:gd name="connsiteX2" fmla="*/ 11068109 w 11068109"/>
              <a:gd name="connsiteY2" fmla="*/ 0 h 6857998"/>
              <a:gd name="connsiteX3" fmla="*/ 11057599 w 11068109"/>
              <a:gd name="connsiteY3" fmla="*/ 3423744 h 6857998"/>
              <a:gd name="connsiteX4" fmla="*/ 11057599 w 11068109"/>
              <a:gd name="connsiteY4" fmla="*/ 6857998 h 6857998"/>
              <a:gd name="connsiteX5" fmla="*/ 0 w 11068109"/>
              <a:gd name="connsiteY5" fmla="*/ 6857998 h 6857998"/>
              <a:gd name="connsiteX6" fmla="*/ 4078012 w 11068109"/>
              <a:gd name="connsiteY6" fmla="*/ 2814144 h 6857998"/>
              <a:gd name="connsiteX0" fmla="*/ 4078012 w 11068109"/>
              <a:gd name="connsiteY0" fmla="*/ 2814144 h 6857998"/>
              <a:gd name="connsiteX1" fmla="*/ 1166648 w 11068109"/>
              <a:gd name="connsiteY1" fmla="*/ 0 h 6857998"/>
              <a:gd name="connsiteX2" fmla="*/ 11068109 w 11068109"/>
              <a:gd name="connsiteY2" fmla="*/ 0 h 6857998"/>
              <a:gd name="connsiteX3" fmla="*/ 11057599 w 11068109"/>
              <a:gd name="connsiteY3" fmla="*/ 3423744 h 6857998"/>
              <a:gd name="connsiteX4" fmla="*/ 11047089 w 11068109"/>
              <a:gd name="connsiteY4" fmla="*/ 6857998 h 6857998"/>
              <a:gd name="connsiteX5" fmla="*/ 0 w 11068109"/>
              <a:gd name="connsiteY5" fmla="*/ 6857998 h 6857998"/>
              <a:gd name="connsiteX6" fmla="*/ 4078012 w 11068109"/>
              <a:gd name="connsiteY6" fmla="*/ 2814144 h 6857998"/>
              <a:gd name="connsiteX0" fmla="*/ 4041155 w 11068109"/>
              <a:gd name="connsiteY0" fmla="*/ 2820281 h 6857998"/>
              <a:gd name="connsiteX1" fmla="*/ 1166648 w 11068109"/>
              <a:gd name="connsiteY1" fmla="*/ 0 h 6857998"/>
              <a:gd name="connsiteX2" fmla="*/ 11068109 w 11068109"/>
              <a:gd name="connsiteY2" fmla="*/ 0 h 6857998"/>
              <a:gd name="connsiteX3" fmla="*/ 11057599 w 11068109"/>
              <a:gd name="connsiteY3" fmla="*/ 3423744 h 6857998"/>
              <a:gd name="connsiteX4" fmla="*/ 11047089 w 11068109"/>
              <a:gd name="connsiteY4" fmla="*/ 6857998 h 6857998"/>
              <a:gd name="connsiteX5" fmla="*/ 0 w 11068109"/>
              <a:gd name="connsiteY5" fmla="*/ 6857998 h 6857998"/>
              <a:gd name="connsiteX6" fmla="*/ 4041155 w 11068109"/>
              <a:gd name="connsiteY6" fmla="*/ 2820281 h 6857998"/>
              <a:gd name="connsiteX0" fmla="*/ 4090298 w 11117252"/>
              <a:gd name="connsiteY0" fmla="*/ 2820281 h 6857998"/>
              <a:gd name="connsiteX1" fmla="*/ 1215791 w 11117252"/>
              <a:gd name="connsiteY1" fmla="*/ 0 h 6857998"/>
              <a:gd name="connsiteX2" fmla="*/ 11117252 w 11117252"/>
              <a:gd name="connsiteY2" fmla="*/ 0 h 6857998"/>
              <a:gd name="connsiteX3" fmla="*/ 11106742 w 11117252"/>
              <a:gd name="connsiteY3" fmla="*/ 3423744 h 6857998"/>
              <a:gd name="connsiteX4" fmla="*/ 11096232 w 11117252"/>
              <a:gd name="connsiteY4" fmla="*/ 6857998 h 6857998"/>
              <a:gd name="connsiteX5" fmla="*/ 0 w 11117252"/>
              <a:gd name="connsiteY5" fmla="*/ 6857998 h 6857998"/>
              <a:gd name="connsiteX6" fmla="*/ 4090298 w 11117252"/>
              <a:gd name="connsiteY6" fmla="*/ 2820281 h 6857998"/>
              <a:gd name="connsiteX0" fmla="*/ 4090298 w 11117252"/>
              <a:gd name="connsiteY0" fmla="*/ 2820281 h 6857998"/>
              <a:gd name="connsiteX1" fmla="*/ 1215791 w 11117252"/>
              <a:gd name="connsiteY1" fmla="*/ 0 h 6857998"/>
              <a:gd name="connsiteX2" fmla="*/ 11117252 w 11117252"/>
              <a:gd name="connsiteY2" fmla="*/ 0 h 6857998"/>
              <a:gd name="connsiteX3" fmla="*/ 11106742 w 11117252"/>
              <a:gd name="connsiteY3" fmla="*/ 3423744 h 6857998"/>
              <a:gd name="connsiteX4" fmla="*/ 10778296 w 11117252"/>
              <a:gd name="connsiteY4" fmla="*/ 6838748 h 6857998"/>
              <a:gd name="connsiteX5" fmla="*/ 0 w 11117252"/>
              <a:gd name="connsiteY5" fmla="*/ 6857998 h 6857998"/>
              <a:gd name="connsiteX6" fmla="*/ 4090298 w 11117252"/>
              <a:gd name="connsiteY6" fmla="*/ 2820281 h 6857998"/>
              <a:gd name="connsiteX0" fmla="*/ 4090298 w 11125466"/>
              <a:gd name="connsiteY0" fmla="*/ 2820281 h 6857999"/>
              <a:gd name="connsiteX1" fmla="*/ 1215791 w 11125466"/>
              <a:gd name="connsiteY1" fmla="*/ 0 h 6857999"/>
              <a:gd name="connsiteX2" fmla="*/ 11117252 w 11125466"/>
              <a:gd name="connsiteY2" fmla="*/ 0 h 6857999"/>
              <a:gd name="connsiteX3" fmla="*/ 11106742 w 11125466"/>
              <a:gd name="connsiteY3" fmla="*/ 3423744 h 6857999"/>
              <a:gd name="connsiteX4" fmla="*/ 11125134 w 11125466"/>
              <a:gd name="connsiteY4" fmla="*/ 6857999 h 6857999"/>
              <a:gd name="connsiteX5" fmla="*/ 0 w 11125466"/>
              <a:gd name="connsiteY5" fmla="*/ 6857998 h 6857999"/>
              <a:gd name="connsiteX6" fmla="*/ 4090298 w 11125466"/>
              <a:gd name="connsiteY6" fmla="*/ 282028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125466" h="6857999">
                <a:moveTo>
                  <a:pt x="4090298" y="2820281"/>
                </a:moveTo>
                <a:lnTo>
                  <a:pt x="1215791" y="0"/>
                </a:lnTo>
                <a:lnTo>
                  <a:pt x="11117252" y="0"/>
                </a:lnTo>
                <a:cubicBezTo>
                  <a:pt x="11113749" y="1141248"/>
                  <a:pt x="11110245" y="2282496"/>
                  <a:pt x="11106742" y="3423744"/>
                </a:cubicBezTo>
                <a:cubicBezTo>
                  <a:pt x="11103239" y="4568495"/>
                  <a:pt x="11128637" y="5713248"/>
                  <a:pt x="11125134" y="6857999"/>
                </a:cubicBezTo>
                <a:lnTo>
                  <a:pt x="0" y="6857998"/>
                </a:lnTo>
                <a:lnTo>
                  <a:pt x="4090298" y="2820281"/>
                </a:lnTo>
                <a:close/>
              </a:path>
            </a:pathLst>
          </a:custGeo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kumimoji="1" lang="en-US" dirty="0"/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B17812-713A-F5A8-595B-51B293F2E7D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86761" y="2378758"/>
            <a:ext cx="4986646" cy="870856"/>
          </a:xfrm>
        </p:spPr>
        <p:txBody>
          <a:bodyPr anchor="ctr" anchorCtr="0"/>
          <a:lstStyle>
            <a:lvl1pPr algn="l">
              <a:defRPr sz="42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Footer Placeholder 13">
            <a:extLst>
              <a:ext uri="{FF2B5EF4-FFF2-40B4-BE49-F238E27FC236}">
                <a16:creationId xmlns:a16="http://schemas.microsoft.com/office/drawing/2014/main" id="{B52EE07E-1F15-DCA1-1220-C38434E0EC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411906" y="6544221"/>
            <a:ext cx="6285185" cy="1616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©︎ TDK Corporation 2025 | Department | Document title | Confidential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902AEC02-993B-7D73-4E95-B9995A0867E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5400000">
            <a:off x="10220069" y="2236592"/>
            <a:ext cx="1865253" cy="1146384"/>
          </a:xfr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5168" t="-57654" r="-11644" b="-35158"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sp>
        <p:nvSpPr>
          <p:cNvPr id="6" name="テキスト プレースホルダー 9">
            <a:extLst>
              <a:ext uri="{FF2B5EF4-FFF2-40B4-BE49-F238E27FC236}">
                <a16:creationId xmlns:a16="http://schemas.microsoft.com/office/drawing/2014/main" id="{0C94BB84-A11A-EE7F-BA72-BBA40E0F9D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82194" y="4165671"/>
            <a:ext cx="4991211" cy="379916"/>
          </a:xfrm>
        </p:spPr>
        <p:txBody>
          <a:bodyPr anchor="t"/>
          <a:lstStyle>
            <a:lvl1pPr marL="0" indent="0" algn="l">
              <a:buFontTx/>
              <a:buNone/>
              <a:defRPr sz="2000">
                <a:solidFill>
                  <a:schemeClr val="tx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endParaRPr kumimoji="1" lang="en-US" dirty="0"/>
          </a:p>
        </p:txBody>
      </p:sp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D6FB8846-DD2C-EDF2-851F-DC24D9414DA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90271" y="5731914"/>
            <a:ext cx="3503342" cy="379916"/>
          </a:xfrm>
        </p:spPr>
        <p:txBody>
          <a:bodyPr anchor="b"/>
          <a:lstStyle>
            <a:lvl1pPr marL="0" indent="0" algn="r">
              <a:buFontTx/>
              <a:buNone/>
              <a:defRPr sz="1600">
                <a:solidFill>
                  <a:schemeClr val="tx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dirty="0"/>
              <a:t>Company</a:t>
            </a:r>
          </a:p>
        </p:txBody>
      </p:sp>
      <p:sp>
        <p:nvSpPr>
          <p:cNvPr id="8" name="テキスト プレースホルダー 9">
            <a:extLst>
              <a:ext uri="{FF2B5EF4-FFF2-40B4-BE49-F238E27FC236}">
                <a16:creationId xmlns:a16="http://schemas.microsoft.com/office/drawing/2014/main" id="{304C2ADA-CD56-17FB-217D-8447D9928B5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0271" y="6130307"/>
            <a:ext cx="3506820" cy="379916"/>
          </a:xfrm>
        </p:spPr>
        <p:txBody>
          <a:bodyPr anchor="ctr" anchorCtr="0"/>
          <a:lstStyle>
            <a:lvl1pPr marL="0" indent="0" algn="r">
              <a:buFontTx/>
              <a:buNone/>
              <a:defRPr sz="1400">
                <a:solidFill>
                  <a:schemeClr val="tx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144730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3 A_Title 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975346BB-5837-D150-25A5-D4678A12C5B4}"/>
              </a:ext>
            </a:extLst>
          </p:cNvPr>
          <p:cNvSpPr/>
          <p:nvPr userDrawn="1"/>
        </p:nvSpPr>
        <p:spPr>
          <a:xfrm>
            <a:off x="-12850" y="-1"/>
            <a:ext cx="5599611" cy="6858000"/>
          </a:xfrm>
          <a:prstGeom prst="rect">
            <a:avLst/>
          </a:prstGeom>
          <a:gradFill>
            <a:gsLst>
              <a:gs pos="43000">
                <a:srgbClr val="0087FF"/>
              </a:gs>
              <a:gs pos="15000">
                <a:srgbClr val="2230FE"/>
              </a:gs>
              <a:gs pos="0">
                <a:srgbClr val="0046AD"/>
              </a:gs>
              <a:gs pos="65000">
                <a:srgbClr val="14B6B3"/>
              </a:gs>
              <a:gs pos="86000">
                <a:srgbClr val="26DE7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0" name="図プレースホルダー 29">
            <a:extLst>
              <a:ext uri="{FF2B5EF4-FFF2-40B4-BE49-F238E27FC236}">
                <a16:creationId xmlns:a16="http://schemas.microsoft.com/office/drawing/2014/main" id="{41C91DA4-9261-963C-5B4B-9D479C87A43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125867" y="1"/>
            <a:ext cx="11114901" cy="6857999"/>
          </a:xfrm>
          <a:custGeom>
            <a:avLst/>
            <a:gdLst>
              <a:gd name="connsiteX0" fmla="*/ 0 w 7063669"/>
              <a:gd name="connsiteY0" fmla="*/ 3434256 h 6868512"/>
              <a:gd name="connsiteX1" fmla="*/ 0 w 7063669"/>
              <a:gd name="connsiteY1" fmla="*/ 2 h 6868512"/>
              <a:gd name="connsiteX2" fmla="*/ 7063669 w 7063669"/>
              <a:gd name="connsiteY2" fmla="*/ 2 h 6868512"/>
              <a:gd name="connsiteX3" fmla="*/ 7063669 w 7063669"/>
              <a:gd name="connsiteY3" fmla="*/ 3434256 h 6868512"/>
              <a:gd name="connsiteX4" fmla="*/ 7063669 w 7063669"/>
              <a:gd name="connsiteY4" fmla="*/ 6868510 h 6868512"/>
              <a:gd name="connsiteX5" fmla="*/ 0 w 7063669"/>
              <a:gd name="connsiteY5" fmla="*/ 6868510 h 6868512"/>
              <a:gd name="connsiteX6" fmla="*/ 0 w 7063669"/>
              <a:gd name="connsiteY6" fmla="*/ 3434256 h 6868512"/>
              <a:gd name="connsiteX0" fmla="*/ 2837793 w 9901462"/>
              <a:gd name="connsiteY0" fmla="*/ 3434254 h 6868508"/>
              <a:gd name="connsiteX1" fmla="*/ 0 w 9901462"/>
              <a:gd name="connsiteY1" fmla="*/ 21021 h 6868508"/>
              <a:gd name="connsiteX2" fmla="*/ 9901462 w 9901462"/>
              <a:gd name="connsiteY2" fmla="*/ 0 h 6868508"/>
              <a:gd name="connsiteX3" fmla="*/ 9901462 w 9901462"/>
              <a:gd name="connsiteY3" fmla="*/ 3434254 h 6868508"/>
              <a:gd name="connsiteX4" fmla="*/ 9901462 w 9901462"/>
              <a:gd name="connsiteY4" fmla="*/ 6868508 h 6868508"/>
              <a:gd name="connsiteX5" fmla="*/ 2837793 w 9901462"/>
              <a:gd name="connsiteY5" fmla="*/ 6868508 h 6868508"/>
              <a:gd name="connsiteX6" fmla="*/ 2837793 w 9901462"/>
              <a:gd name="connsiteY6" fmla="*/ 3434254 h 6868508"/>
              <a:gd name="connsiteX0" fmla="*/ 2827282 w 9890951"/>
              <a:gd name="connsiteY0" fmla="*/ 3434254 h 6868508"/>
              <a:gd name="connsiteX1" fmla="*/ 0 w 9890951"/>
              <a:gd name="connsiteY1" fmla="*/ 10510 h 6868508"/>
              <a:gd name="connsiteX2" fmla="*/ 9890951 w 9890951"/>
              <a:gd name="connsiteY2" fmla="*/ 0 h 6868508"/>
              <a:gd name="connsiteX3" fmla="*/ 9890951 w 9890951"/>
              <a:gd name="connsiteY3" fmla="*/ 3434254 h 6868508"/>
              <a:gd name="connsiteX4" fmla="*/ 9890951 w 9890951"/>
              <a:gd name="connsiteY4" fmla="*/ 6868508 h 6868508"/>
              <a:gd name="connsiteX5" fmla="*/ 2827282 w 9890951"/>
              <a:gd name="connsiteY5" fmla="*/ 6868508 h 6868508"/>
              <a:gd name="connsiteX6" fmla="*/ 2827282 w 9890951"/>
              <a:gd name="connsiteY6" fmla="*/ 3434254 h 6868508"/>
              <a:gd name="connsiteX0" fmla="*/ 3142592 w 9890951"/>
              <a:gd name="connsiteY0" fmla="*/ 2898226 h 6868508"/>
              <a:gd name="connsiteX1" fmla="*/ 0 w 9890951"/>
              <a:gd name="connsiteY1" fmla="*/ 10510 h 6868508"/>
              <a:gd name="connsiteX2" fmla="*/ 9890951 w 9890951"/>
              <a:gd name="connsiteY2" fmla="*/ 0 h 6868508"/>
              <a:gd name="connsiteX3" fmla="*/ 9890951 w 9890951"/>
              <a:gd name="connsiteY3" fmla="*/ 3434254 h 6868508"/>
              <a:gd name="connsiteX4" fmla="*/ 9890951 w 9890951"/>
              <a:gd name="connsiteY4" fmla="*/ 6868508 h 6868508"/>
              <a:gd name="connsiteX5" fmla="*/ 2827282 w 9890951"/>
              <a:gd name="connsiteY5" fmla="*/ 6868508 h 6868508"/>
              <a:gd name="connsiteX6" fmla="*/ 3142592 w 9890951"/>
              <a:gd name="connsiteY6" fmla="*/ 2898226 h 6868508"/>
              <a:gd name="connsiteX0" fmla="*/ 2911364 w 9890951"/>
              <a:gd name="connsiteY0" fmla="*/ 2824654 h 6868508"/>
              <a:gd name="connsiteX1" fmla="*/ 0 w 9890951"/>
              <a:gd name="connsiteY1" fmla="*/ 10510 h 6868508"/>
              <a:gd name="connsiteX2" fmla="*/ 9890951 w 9890951"/>
              <a:gd name="connsiteY2" fmla="*/ 0 h 6868508"/>
              <a:gd name="connsiteX3" fmla="*/ 9890951 w 9890951"/>
              <a:gd name="connsiteY3" fmla="*/ 3434254 h 6868508"/>
              <a:gd name="connsiteX4" fmla="*/ 9890951 w 9890951"/>
              <a:gd name="connsiteY4" fmla="*/ 6868508 h 6868508"/>
              <a:gd name="connsiteX5" fmla="*/ 2827282 w 9890951"/>
              <a:gd name="connsiteY5" fmla="*/ 6868508 h 6868508"/>
              <a:gd name="connsiteX6" fmla="*/ 2911364 w 9890951"/>
              <a:gd name="connsiteY6" fmla="*/ 2824654 h 6868508"/>
              <a:gd name="connsiteX0" fmla="*/ 4056992 w 11036579"/>
              <a:gd name="connsiteY0" fmla="*/ 2824654 h 6868508"/>
              <a:gd name="connsiteX1" fmla="*/ 1145628 w 11036579"/>
              <a:gd name="connsiteY1" fmla="*/ 10510 h 6868508"/>
              <a:gd name="connsiteX2" fmla="*/ 11036579 w 11036579"/>
              <a:gd name="connsiteY2" fmla="*/ 0 h 6868508"/>
              <a:gd name="connsiteX3" fmla="*/ 11036579 w 11036579"/>
              <a:gd name="connsiteY3" fmla="*/ 3434254 h 6868508"/>
              <a:gd name="connsiteX4" fmla="*/ 11036579 w 11036579"/>
              <a:gd name="connsiteY4" fmla="*/ 6868508 h 6868508"/>
              <a:gd name="connsiteX5" fmla="*/ 0 w 11036579"/>
              <a:gd name="connsiteY5" fmla="*/ 6815956 h 6868508"/>
              <a:gd name="connsiteX6" fmla="*/ 4056992 w 11036579"/>
              <a:gd name="connsiteY6" fmla="*/ 2824654 h 6868508"/>
              <a:gd name="connsiteX0" fmla="*/ 4078012 w 11057599"/>
              <a:gd name="connsiteY0" fmla="*/ 2824654 h 6868508"/>
              <a:gd name="connsiteX1" fmla="*/ 1166648 w 11057599"/>
              <a:gd name="connsiteY1" fmla="*/ 10510 h 6868508"/>
              <a:gd name="connsiteX2" fmla="*/ 11057599 w 11057599"/>
              <a:gd name="connsiteY2" fmla="*/ 0 h 6868508"/>
              <a:gd name="connsiteX3" fmla="*/ 11057599 w 11057599"/>
              <a:gd name="connsiteY3" fmla="*/ 3434254 h 6868508"/>
              <a:gd name="connsiteX4" fmla="*/ 11057599 w 11057599"/>
              <a:gd name="connsiteY4" fmla="*/ 6868508 h 6868508"/>
              <a:gd name="connsiteX5" fmla="*/ 0 w 11057599"/>
              <a:gd name="connsiteY5" fmla="*/ 6868508 h 6868508"/>
              <a:gd name="connsiteX6" fmla="*/ 4078012 w 11057599"/>
              <a:gd name="connsiteY6" fmla="*/ 2824654 h 6868508"/>
              <a:gd name="connsiteX0" fmla="*/ 4078012 w 11068109"/>
              <a:gd name="connsiteY0" fmla="*/ 2814144 h 6857998"/>
              <a:gd name="connsiteX1" fmla="*/ 1166648 w 11068109"/>
              <a:gd name="connsiteY1" fmla="*/ 0 h 6857998"/>
              <a:gd name="connsiteX2" fmla="*/ 11068109 w 11068109"/>
              <a:gd name="connsiteY2" fmla="*/ 0 h 6857998"/>
              <a:gd name="connsiteX3" fmla="*/ 11057599 w 11068109"/>
              <a:gd name="connsiteY3" fmla="*/ 3423744 h 6857998"/>
              <a:gd name="connsiteX4" fmla="*/ 11057599 w 11068109"/>
              <a:gd name="connsiteY4" fmla="*/ 6857998 h 6857998"/>
              <a:gd name="connsiteX5" fmla="*/ 0 w 11068109"/>
              <a:gd name="connsiteY5" fmla="*/ 6857998 h 6857998"/>
              <a:gd name="connsiteX6" fmla="*/ 4078012 w 11068109"/>
              <a:gd name="connsiteY6" fmla="*/ 2814144 h 6857998"/>
              <a:gd name="connsiteX0" fmla="*/ 4078012 w 11068109"/>
              <a:gd name="connsiteY0" fmla="*/ 2814144 h 6857998"/>
              <a:gd name="connsiteX1" fmla="*/ 1166648 w 11068109"/>
              <a:gd name="connsiteY1" fmla="*/ 0 h 6857998"/>
              <a:gd name="connsiteX2" fmla="*/ 11068109 w 11068109"/>
              <a:gd name="connsiteY2" fmla="*/ 0 h 6857998"/>
              <a:gd name="connsiteX3" fmla="*/ 11057599 w 11068109"/>
              <a:gd name="connsiteY3" fmla="*/ 3423744 h 6857998"/>
              <a:gd name="connsiteX4" fmla="*/ 11047089 w 11068109"/>
              <a:gd name="connsiteY4" fmla="*/ 6857998 h 6857998"/>
              <a:gd name="connsiteX5" fmla="*/ 0 w 11068109"/>
              <a:gd name="connsiteY5" fmla="*/ 6857998 h 6857998"/>
              <a:gd name="connsiteX6" fmla="*/ 4078012 w 11068109"/>
              <a:gd name="connsiteY6" fmla="*/ 2814144 h 6857998"/>
              <a:gd name="connsiteX0" fmla="*/ 4041155 w 11068109"/>
              <a:gd name="connsiteY0" fmla="*/ 2820281 h 6857998"/>
              <a:gd name="connsiteX1" fmla="*/ 1166648 w 11068109"/>
              <a:gd name="connsiteY1" fmla="*/ 0 h 6857998"/>
              <a:gd name="connsiteX2" fmla="*/ 11068109 w 11068109"/>
              <a:gd name="connsiteY2" fmla="*/ 0 h 6857998"/>
              <a:gd name="connsiteX3" fmla="*/ 11057599 w 11068109"/>
              <a:gd name="connsiteY3" fmla="*/ 3423744 h 6857998"/>
              <a:gd name="connsiteX4" fmla="*/ 11047089 w 11068109"/>
              <a:gd name="connsiteY4" fmla="*/ 6857998 h 6857998"/>
              <a:gd name="connsiteX5" fmla="*/ 0 w 11068109"/>
              <a:gd name="connsiteY5" fmla="*/ 6857998 h 6857998"/>
              <a:gd name="connsiteX6" fmla="*/ 4041155 w 11068109"/>
              <a:gd name="connsiteY6" fmla="*/ 2820281 h 6857998"/>
              <a:gd name="connsiteX0" fmla="*/ 4090298 w 11117252"/>
              <a:gd name="connsiteY0" fmla="*/ 2820281 h 6857998"/>
              <a:gd name="connsiteX1" fmla="*/ 1215791 w 11117252"/>
              <a:gd name="connsiteY1" fmla="*/ 0 h 6857998"/>
              <a:gd name="connsiteX2" fmla="*/ 11117252 w 11117252"/>
              <a:gd name="connsiteY2" fmla="*/ 0 h 6857998"/>
              <a:gd name="connsiteX3" fmla="*/ 11106742 w 11117252"/>
              <a:gd name="connsiteY3" fmla="*/ 3423744 h 6857998"/>
              <a:gd name="connsiteX4" fmla="*/ 11096232 w 11117252"/>
              <a:gd name="connsiteY4" fmla="*/ 6857998 h 6857998"/>
              <a:gd name="connsiteX5" fmla="*/ 0 w 11117252"/>
              <a:gd name="connsiteY5" fmla="*/ 6857998 h 6857998"/>
              <a:gd name="connsiteX6" fmla="*/ 4090298 w 11117252"/>
              <a:gd name="connsiteY6" fmla="*/ 2820281 h 6857998"/>
              <a:gd name="connsiteX0" fmla="*/ 4090298 w 11117252"/>
              <a:gd name="connsiteY0" fmla="*/ 2820281 h 6857998"/>
              <a:gd name="connsiteX1" fmla="*/ 1215791 w 11117252"/>
              <a:gd name="connsiteY1" fmla="*/ 0 h 6857998"/>
              <a:gd name="connsiteX2" fmla="*/ 11117252 w 11117252"/>
              <a:gd name="connsiteY2" fmla="*/ 0 h 6857998"/>
              <a:gd name="connsiteX3" fmla="*/ 11106742 w 11117252"/>
              <a:gd name="connsiteY3" fmla="*/ 3423744 h 6857998"/>
              <a:gd name="connsiteX4" fmla="*/ 10778296 w 11117252"/>
              <a:gd name="connsiteY4" fmla="*/ 6838748 h 6857998"/>
              <a:gd name="connsiteX5" fmla="*/ 0 w 11117252"/>
              <a:gd name="connsiteY5" fmla="*/ 6857998 h 6857998"/>
              <a:gd name="connsiteX6" fmla="*/ 4090298 w 11117252"/>
              <a:gd name="connsiteY6" fmla="*/ 2820281 h 6857998"/>
              <a:gd name="connsiteX0" fmla="*/ 4090298 w 11125466"/>
              <a:gd name="connsiteY0" fmla="*/ 2820281 h 6857999"/>
              <a:gd name="connsiteX1" fmla="*/ 1215791 w 11125466"/>
              <a:gd name="connsiteY1" fmla="*/ 0 h 6857999"/>
              <a:gd name="connsiteX2" fmla="*/ 11117252 w 11125466"/>
              <a:gd name="connsiteY2" fmla="*/ 0 h 6857999"/>
              <a:gd name="connsiteX3" fmla="*/ 11106742 w 11125466"/>
              <a:gd name="connsiteY3" fmla="*/ 3423744 h 6857999"/>
              <a:gd name="connsiteX4" fmla="*/ 11125134 w 11125466"/>
              <a:gd name="connsiteY4" fmla="*/ 6857999 h 6857999"/>
              <a:gd name="connsiteX5" fmla="*/ 0 w 11125466"/>
              <a:gd name="connsiteY5" fmla="*/ 6857998 h 6857999"/>
              <a:gd name="connsiteX6" fmla="*/ 4090298 w 11125466"/>
              <a:gd name="connsiteY6" fmla="*/ 282028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125466" h="6857999">
                <a:moveTo>
                  <a:pt x="4090298" y="2820281"/>
                </a:moveTo>
                <a:lnTo>
                  <a:pt x="1215791" y="0"/>
                </a:lnTo>
                <a:lnTo>
                  <a:pt x="11117252" y="0"/>
                </a:lnTo>
                <a:cubicBezTo>
                  <a:pt x="11113749" y="1141248"/>
                  <a:pt x="11110245" y="2282496"/>
                  <a:pt x="11106742" y="3423744"/>
                </a:cubicBezTo>
                <a:cubicBezTo>
                  <a:pt x="11103239" y="4568495"/>
                  <a:pt x="11128637" y="5713248"/>
                  <a:pt x="11125134" y="6857999"/>
                </a:cubicBezTo>
                <a:lnTo>
                  <a:pt x="0" y="6857998"/>
                </a:lnTo>
                <a:lnTo>
                  <a:pt x="4090298" y="2820281"/>
                </a:lnTo>
                <a:close/>
              </a:path>
            </a:pathLst>
          </a:custGeo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kumimoji="1" lang="en-US" dirty="0"/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B17812-713A-F5A8-595B-51B293F2E7D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86761" y="2378763"/>
            <a:ext cx="4986646" cy="870850"/>
          </a:xfrm>
        </p:spPr>
        <p:txBody>
          <a:bodyPr anchor="ctr" anchorCtr="0"/>
          <a:lstStyle>
            <a:lvl1pPr algn="l">
              <a:defRPr sz="42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Footer Placeholder 13">
            <a:extLst>
              <a:ext uri="{FF2B5EF4-FFF2-40B4-BE49-F238E27FC236}">
                <a16:creationId xmlns:a16="http://schemas.microsoft.com/office/drawing/2014/main" id="{B52EE07E-1F15-DCA1-1220-C38434E0EC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411906" y="6544221"/>
            <a:ext cx="6285185" cy="1616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©︎ TDK Corporation 2025 | Department | Document title | Confidential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E9F9CA3-208C-60B5-AD16-DDEB4B6A7DC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665704" y="1866162"/>
            <a:ext cx="1013677" cy="1865255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pic>
        <p:nvPicPr>
          <p:cNvPr id="12" name="図 11" descr="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7C00596-6204-5E71-B344-72F2A6F6A0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26" y="2603292"/>
            <a:ext cx="4090209" cy="620425"/>
          </a:xfrm>
          <a:prstGeom prst="rect">
            <a:avLst/>
          </a:prstGeom>
        </p:spPr>
      </p:pic>
      <p:sp>
        <p:nvSpPr>
          <p:cNvPr id="3" name="テキスト プレースホルダー 9">
            <a:extLst>
              <a:ext uri="{FF2B5EF4-FFF2-40B4-BE49-F238E27FC236}">
                <a16:creationId xmlns:a16="http://schemas.microsoft.com/office/drawing/2014/main" id="{F7E43113-3D93-9654-E488-A5FE5EDD74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90271" y="5731914"/>
            <a:ext cx="3503342" cy="379916"/>
          </a:xfrm>
        </p:spPr>
        <p:txBody>
          <a:bodyPr anchor="b"/>
          <a:lstStyle>
            <a:lvl1pPr marL="0" indent="0" algn="r">
              <a:buFontTx/>
              <a:buNone/>
              <a:defRPr sz="1600">
                <a:solidFill>
                  <a:schemeClr val="tx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dirty="0"/>
              <a:t>Company</a:t>
            </a:r>
          </a:p>
        </p:txBody>
      </p:sp>
      <p:sp>
        <p:nvSpPr>
          <p:cNvPr id="6" name="テキスト プレースホルダー 9">
            <a:extLst>
              <a:ext uri="{FF2B5EF4-FFF2-40B4-BE49-F238E27FC236}">
                <a16:creationId xmlns:a16="http://schemas.microsoft.com/office/drawing/2014/main" id="{38FFF288-7F04-F97C-CF78-5F9580AE5A6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90271" y="6130307"/>
            <a:ext cx="3506820" cy="379916"/>
          </a:xfrm>
        </p:spPr>
        <p:txBody>
          <a:bodyPr anchor="ctr" anchorCtr="0"/>
          <a:lstStyle>
            <a:lvl1pPr marL="0" indent="0" algn="r">
              <a:buFontTx/>
              <a:buNone/>
              <a:defRPr sz="1400">
                <a:solidFill>
                  <a:schemeClr val="tx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dirty="0"/>
              <a:t>Click to add text</a:t>
            </a:r>
          </a:p>
        </p:txBody>
      </p:sp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947B8288-AECC-D960-823B-283D5AEF40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82194" y="4165671"/>
            <a:ext cx="4991211" cy="379916"/>
          </a:xfrm>
        </p:spPr>
        <p:txBody>
          <a:bodyPr anchor="t"/>
          <a:lstStyle>
            <a:lvl1pPr marL="0" indent="0" algn="l">
              <a:buFontTx/>
              <a:buNone/>
              <a:defRPr sz="2000">
                <a:solidFill>
                  <a:schemeClr val="tx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endParaRPr kumimoji="1" lang="en-US" dirty="0"/>
          </a:p>
        </p:txBody>
      </p:sp>
    </p:spTree>
    <p:extLst>
      <p:ext uri="{BB962C8B-B14F-4D97-AF65-F5344CB8AC3E}">
        <p14:creationId xmlns:p14="http://schemas.microsoft.com/office/powerpoint/2010/main" val="3495788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4 A_Title 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975346BB-5837-D150-25A5-D4678A12C5B4}"/>
              </a:ext>
            </a:extLst>
          </p:cNvPr>
          <p:cNvSpPr/>
          <p:nvPr userDrawn="1"/>
        </p:nvSpPr>
        <p:spPr>
          <a:xfrm>
            <a:off x="-58999" y="-1"/>
            <a:ext cx="559961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0" name="図プレースホルダー 29">
            <a:extLst>
              <a:ext uri="{FF2B5EF4-FFF2-40B4-BE49-F238E27FC236}">
                <a16:creationId xmlns:a16="http://schemas.microsoft.com/office/drawing/2014/main" id="{41C91DA4-9261-963C-5B4B-9D479C87A43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113840" y="1"/>
            <a:ext cx="11115173" cy="6857999"/>
          </a:xfrm>
          <a:custGeom>
            <a:avLst/>
            <a:gdLst>
              <a:gd name="connsiteX0" fmla="*/ 0 w 7063669"/>
              <a:gd name="connsiteY0" fmla="*/ 3434256 h 6868512"/>
              <a:gd name="connsiteX1" fmla="*/ 0 w 7063669"/>
              <a:gd name="connsiteY1" fmla="*/ 2 h 6868512"/>
              <a:gd name="connsiteX2" fmla="*/ 7063669 w 7063669"/>
              <a:gd name="connsiteY2" fmla="*/ 2 h 6868512"/>
              <a:gd name="connsiteX3" fmla="*/ 7063669 w 7063669"/>
              <a:gd name="connsiteY3" fmla="*/ 3434256 h 6868512"/>
              <a:gd name="connsiteX4" fmla="*/ 7063669 w 7063669"/>
              <a:gd name="connsiteY4" fmla="*/ 6868510 h 6868512"/>
              <a:gd name="connsiteX5" fmla="*/ 0 w 7063669"/>
              <a:gd name="connsiteY5" fmla="*/ 6868510 h 6868512"/>
              <a:gd name="connsiteX6" fmla="*/ 0 w 7063669"/>
              <a:gd name="connsiteY6" fmla="*/ 3434256 h 6868512"/>
              <a:gd name="connsiteX0" fmla="*/ 2837793 w 9901462"/>
              <a:gd name="connsiteY0" fmla="*/ 3434254 h 6868508"/>
              <a:gd name="connsiteX1" fmla="*/ 0 w 9901462"/>
              <a:gd name="connsiteY1" fmla="*/ 21021 h 6868508"/>
              <a:gd name="connsiteX2" fmla="*/ 9901462 w 9901462"/>
              <a:gd name="connsiteY2" fmla="*/ 0 h 6868508"/>
              <a:gd name="connsiteX3" fmla="*/ 9901462 w 9901462"/>
              <a:gd name="connsiteY3" fmla="*/ 3434254 h 6868508"/>
              <a:gd name="connsiteX4" fmla="*/ 9901462 w 9901462"/>
              <a:gd name="connsiteY4" fmla="*/ 6868508 h 6868508"/>
              <a:gd name="connsiteX5" fmla="*/ 2837793 w 9901462"/>
              <a:gd name="connsiteY5" fmla="*/ 6868508 h 6868508"/>
              <a:gd name="connsiteX6" fmla="*/ 2837793 w 9901462"/>
              <a:gd name="connsiteY6" fmla="*/ 3434254 h 6868508"/>
              <a:gd name="connsiteX0" fmla="*/ 2827282 w 9890951"/>
              <a:gd name="connsiteY0" fmla="*/ 3434254 h 6868508"/>
              <a:gd name="connsiteX1" fmla="*/ 0 w 9890951"/>
              <a:gd name="connsiteY1" fmla="*/ 10510 h 6868508"/>
              <a:gd name="connsiteX2" fmla="*/ 9890951 w 9890951"/>
              <a:gd name="connsiteY2" fmla="*/ 0 h 6868508"/>
              <a:gd name="connsiteX3" fmla="*/ 9890951 w 9890951"/>
              <a:gd name="connsiteY3" fmla="*/ 3434254 h 6868508"/>
              <a:gd name="connsiteX4" fmla="*/ 9890951 w 9890951"/>
              <a:gd name="connsiteY4" fmla="*/ 6868508 h 6868508"/>
              <a:gd name="connsiteX5" fmla="*/ 2827282 w 9890951"/>
              <a:gd name="connsiteY5" fmla="*/ 6868508 h 6868508"/>
              <a:gd name="connsiteX6" fmla="*/ 2827282 w 9890951"/>
              <a:gd name="connsiteY6" fmla="*/ 3434254 h 6868508"/>
              <a:gd name="connsiteX0" fmla="*/ 3142592 w 9890951"/>
              <a:gd name="connsiteY0" fmla="*/ 2898226 h 6868508"/>
              <a:gd name="connsiteX1" fmla="*/ 0 w 9890951"/>
              <a:gd name="connsiteY1" fmla="*/ 10510 h 6868508"/>
              <a:gd name="connsiteX2" fmla="*/ 9890951 w 9890951"/>
              <a:gd name="connsiteY2" fmla="*/ 0 h 6868508"/>
              <a:gd name="connsiteX3" fmla="*/ 9890951 w 9890951"/>
              <a:gd name="connsiteY3" fmla="*/ 3434254 h 6868508"/>
              <a:gd name="connsiteX4" fmla="*/ 9890951 w 9890951"/>
              <a:gd name="connsiteY4" fmla="*/ 6868508 h 6868508"/>
              <a:gd name="connsiteX5" fmla="*/ 2827282 w 9890951"/>
              <a:gd name="connsiteY5" fmla="*/ 6868508 h 6868508"/>
              <a:gd name="connsiteX6" fmla="*/ 3142592 w 9890951"/>
              <a:gd name="connsiteY6" fmla="*/ 2898226 h 6868508"/>
              <a:gd name="connsiteX0" fmla="*/ 2911364 w 9890951"/>
              <a:gd name="connsiteY0" fmla="*/ 2824654 h 6868508"/>
              <a:gd name="connsiteX1" fmla="*/ 0 w 9890951"/>
              <a:gd name="connsiteY1" fmla="*/ 10510 h 6868508"/>
              <a:gd name="connsiteX2" fmla="*/ 9890951 w 9890951"/>
              <a:gd name="connsiteY2" fmla="*/ 0 h 6868508"/>
              <a:gd name="connsiteX3" fmla="*/ 9890951 w 9890951"/>
              <a:gd name="connsiteY3" fmla="*/ 3434254 h 6868508"/>
              <a:gd name="connsiteX4" fmla="*/ 9890951 w 9890951"/>
              <a:gd name="connsiteY4" fmla="*/ 6868508 h 6868508"/>
              <a:gd name="connsiteX5" fmla="*/ 2827282 w 9890951"/>
              <a:gd name="connsiteY5" fmla="*/ 6868508 h 6868508"/>
              <a:gd name="connsiteX6" fmla="*/ 2911364 w 9890951"/>
              <a:gd name="connsiteY6" fmla="*/ 2824654 h 6868508"/>
              <a:gd name="connsiteX0" fmla="*/ 4056992 w 11036579"/>
              <a:gd name="connsiteY0" fmla="*/ 2824654 h 6868508"/>
              <a:gd name="connsiteX1" fmla="*/ 1145628 w 11036579"/>
              <a:gd name="connsiteY1" fmla="*/ 10510 h 6868508"/>
              <a:gd name="connsiteX2" fmla="*/ 11036579 w 11036579"/>
              <a:gd name="connsiteY2" fmla="*/ 0 h 6868508"/>
              <a:gd name="connsiteX3" fmla="*/ 11036579 w 11036579"/>
              <a:gd name="connsiteY3" fmla="*/ 3434254 h 6868508"/>
              <a:gd name="connsiteX4" fmla="*/ 11036579 w 11036579"/>
              <a:gd name="connsiteY4" fmla="*/ 6868508 h 6868508"/>
              <a:gd name="connsiteX5" fmla="*/ 0 w 11036579"/>
              <a:gd name="connsiteY5" fmla="*/ 6815956 h 6868508"/>
              <a:gd name="connsiteX6" fmla="*/ 4056992 w 11036579"/>
              <a:gd name="connsiteY6" fmla="*/ 2824654 h 6868508"/>
              <a:gd name="connsiteX0" fmla="*/ 4078012 w 11057599"/>
              <a:gd name="connsiteY0" fmla="*/ 2824654 h 6868508"/>
              <a:gd name="connsiteX1" fmla="*/ 1166648 w 11057599"/>
              <a:gd name="connsiteY1" fmla="*/ 10510 h 6868508"/>
              <a:gd name="connsiteX2" fmla="*/ 11057599 w 11057599"/>
              <a:gd name="connsiteY2" fmla="*/ 0 h 6868508"/>
              <a:gd name="connsiteX3" fmla="*/ 11057599 w 11057599"/>
              <a:gd name="connsiteY3" fmla="*/ 3434254 h 6868508"/>
              <a:gd name="connsiteX4" fmla="*/ 11057599 w 11057599"/>
              <a:gd name="connsiteY4" fmla="*/ 6868508 h 6868508"/>
              <a:gd name="connsiteX5" fmla="*/ 0 w 11057599"/>
              <a:gd name="connsiteY5" fmla="*/ 6868508 h 6868508"/>
              <a:gd name="connsiteX6" fmla="*/ 4078012 w 11057599"/>
              <a:gd name="connsiteY6" fmla="*/ 2824654 h 6868508"/>
              <a:gd name="connsiteX0" fmla="*/ 4078012 w 11068109"/>
              <a:gd name="connsiteY0" fmla="*/ 2814144 h 6857998"/>
              <a:gd name="connsiteX1" fmla="*/ 1166648 w 11068109"/>
              <a:gd name="connsiteY1" fmla="*/ 0 h 6857998"/>
              <a:gd name="connsiteX2" fmla="*/ 11068109 w 11068109"/>
              <a:gd name="connsiteY2" fmla="*/ 0 h 6857998"/>
              <a:gd name="connsiteX3" fmla="*/ 11057599 w 11068109"/>
              <a:gd name="connsiteY3" fmla="*/ 3423744 h 6857998"/>
              <a:gd name="connsiteX4" fmla="*/ 11057599 w 11068109"/>
              <a:gd name="connsiteY4" fmla="*/ 6857998 h 6857998"/>
              <a:gd name="connsiteX5" fmla="*/ 0 w 11068109"/>
              <a:gd name="connsiteY5" fmla="*/ 6857998 h 6857998"/>
              <a:gd name="connsiteX6" fmla="*/ 4078012 w 11068109"/>
              <a:gd name="connsiteY6" fmla="*/ 2814144 h 6857998"/>
              <a:gd name="connsiteX0" fmla="*/ 4078012 w 11068109"/>
              <a:gd name="connsiteY0" fmla="*/ 2814144 h 6857998"/>
              <a:gd name="connsiteX1" fmla="*/ 1166648 w 11068109"/>
              <a:gd name="connsiteY1" fmla="*/ 0 h 6857998"/>
              <a:gd name="connsiteX2" fmla="*/ 11068109 w 11068109"/>
              <a:gd name="connsiteY2" fmla="*/ 0 h 6857998"/>
              <a:gd name="connsiteX3" fmla="*/ 11057599 w 11068109"/>
              <a:gd name="connsiteY3" fmla="*/ 3423744 h 6857998"/>
              <a:gd name="connsiteX4" fmla="*/ 11047089 w 11068109"/>
              <a:gd name="connsiteY4" fmla="*/ 6857998 h 6857998"/>
              <a:gd name="connsiteX5" fmla="*/ 0 w 11068109"/>
              <a:gd name="connsiteY5" fmla="*/ 6857998 h 6857998"/>
              <a:gd name="connsiteX6" fmla="*/ 4078012 w 11068109"/>
              <a:gd name="connsiteY6" fmla="*/ 2814144 h 6857998"/>
              <a:gd name="connsiteX0" fmla="*/ 4041155 w 11068109"/>
              <a:gd name="connsiteY0" fmla="*/ 2820281 h 6857998"/>
              <a:gd name="connsiteX1" fmla="*/ 1166648 w 11068109"/>
              <a:gd name="connsiteY1" fmla="*/ 0 h 6857998"/>
              <a:gd name="connsiteX2" fmla="*/ 11068109 w 11068109"/>
              <a:gd name="connsiteY2" fmla="*/ 0 h 6857998"/>
              <a:gd name="connsiteX3" fmla="*/ 11057599 w 11068109"/>
              <a:gd name="connsiteY3" fmla="*/ 3423744 h 6857998"/>
              <a:gd name="connsiteX4" fmla="*/ 11047089 w 11068109"/>
              <a:gd name="connsiteY4" fmla="*/ 6857998 h 6857998"/>
              <a:gd name="connsiteX5" fmla="*/ 0 w 11068109"/>
              <a:gd name="connsiteY5" fmla="*/ 6857998 h 6857998"/>
              <a:gd name="connsiteX6" fmla="*/ 4041155 w 11068109"/>
              <a:gd name="connsiteY6" fmla="*/ 2820281 h 6857998"/>
              <a:gd name="connsiteX0" fmla="*/ 4090298 w 11117252"/>
              <a:gd name="connsiteY0" fmla="*/ 2820281 h 6857998"/>
              <a:gd name="connsiteX1" fmla="*/ 1215791 w 11117252"/>
              <a:gd name="connsiteY1" fmla="*/ 0 h 6857998"/>
              <a:gd name="connsiteX2" fmla="*/ 11117252 w 11117252"/>
              <a:gd name="connsiteY2" fmla="*/ 0 h 6857998"/>
              <a:gd name="connsiteX3" fmla="*/ 11106742 w 11117252"/>
              <a:gd name="connsiteY3" fmla="*/ 3423744 h 6857998"/>
              <a:gd name="connsiteX4" fmla="*/ 11096232 w 11117252"/>
              <a:gd name="connsiteY4" fmla="*/ 6857998 h 6857998"/>
              <a:gd name="connsiteX5" fmla="*/ 0 w 11117252"/>
              <a:gd name="connsiteY5" fmla="*/ 6857998 h 6857998"/>
              <a:gd name="connsiteX6" fmla="*/ 4090298 w 11117252"/>
              <a:gd name="connsiteY6" fmla="*/ 2820281 h 6857998"/>
              <a:gd name="connsiteX0" fmla="*/ 4090298 w 11117252"/>
              <a:gd name="connsiteY0" fmla="*/ 2820281 h 6857998"/>
              <a:gd name="connsiteX1" fmla="*/ 1215791 w 11117252"/>
              <a:gd name="connsiteY1" fmla="*/ 0 h 6857998"/>
              <a:gd name="connsiteX2" fmla="*/ 11117252 w 11117252"/>
              <a:gd name="connsiteY2" fmla="*/ 0 h 6857998"/>
              <a:gd name="connsiteX3" fmla="*/ 11106742 w 11117252"/>
              <a:gd name="connsiteY3" fmla="*/ 3423744 h 6857998"/>
              <a:gd name="connsiteX4" fmla="*/ 10778296 w 11117252"/>
              <a:gd name="connsiteY4" fmla="*/ 6838748 h 6857998"/>
              <a:gd name="connsiteX5" fmla="*/ 0 w 11117252"/>
              <a:gd name="connsiteY5" fmla="*/ 6857998 h 6857998"/>
              <a:gd name="connsiteX6" fmla="*/ 4090298 w 11117252"/>
              <a:gd name="connsiteY6" fmla="*/ 2820281 h 6857998"/>
              <a:gd name="connsiteX0" fmla="*/ 4090298 w 11125466"/>
              <a:gd name="connsiteY0" fmla="*/ 2820281 h 6857999"/>
              <a:gd name="connsiteX1" fmla="*/ 1215791 w 11125466"/>
              <a:gd name="connsiteY1" fmla="*/ 0 h 6857999"/>
              <a:gd name="connsiteX2" fmla="*/ 11117252 w 11125466"/>
              <a:gd name="connsiteY2" fmla="*/ 0 h 6857999"/>
              <a:gd name="connsiteX3" fmla="*/ 11106742 w 11125466"/>
              <a:gd name="connsiteY3" fmla="*/ 3423744 h 6857999"/>
              <a:gd name="connsiteX4" fmla="*/ 11125134 w 11125466"/>
              <a:gd name="connsiteY4" fmla="*/ 6857999 h 6857999"/>
              <a:gd name="connsiteX5" fmla="*/ 0 w 11125466"/>
              <a:gd name="connsiteY5" fmla="*/ 6857998 h 6857999"/>
              <a:gd name="connsiteX6" fmla="*/ 4090298 w 11125466"/>
              <a:gd name="connsiteY6" fmla="*/ 2820281 h 6857999"/>
              <a:gd name="connsiteX0" fmla="*/ 4090298 w 11125363"/>
              <a:gd name="connsiteY0" fmla="*/ 2820281 h 6857999"/>
              <a:gd name="connsiteX1" fmla="*/ 1215791 w 11125363"/>
              <a:gd name="connsiteY1" fmla="*/ 0 h 6857999"/>
              <a:gd name="connsiteX2" fmla="*/ 11117252 w 11125363"/>
              <a:gd name="connsiteY2" fmla="*/ 0 h 6857999"/>
              <a:gd name="connsiteX3" fmla="*/ 11094373 w 11125363"/>
              <a:gd name="connsiteY3" fmla="*/ 3324890 h 6857999"/>
              <a:gd name="connsiteX4" fmla="*/ 11125134 w 11125363"/>
              <a:gd name="connsiteY4" fmla="*/ 6857999 h 6857999"/>
              <a:gd name="connsiteX5" fmla="*/ 0 w 11125363"/>
              <a:gd name="connsiteY5" fmla="*/ 6857998 h 6857999"/>
              <a:gd name="connsiteX6" fmla="*/ 4090298 w 11125363"/>
              <a:gd name="connsiteY6" fmla="*/ 2820281 h 6857999"/>
              <a:gd name="connsiteX0" fmla="*/ 4090298 w 11125363"/>
              <a:gd name="connsiteY0" fmla="*/ 2820281 h 6857999"/>
              <a:gd name="connsiteX1" fmla="*/ 1215791 w 11125363"/>
              <a:gd name="connsiteY1" fmla="*/ 0 h 6857999"/>
              <a:gd name="connsiteX2" fmla="*/ 11117252 w 11125363"/>
              <a:gd name="connsiteY2" fmla="*/ 0 h 6857999"/>
              <a:gd name="connsiteX3" fmla="*/ 11094373 w 11125363"/>
              <a:gd name="connsiteY3" fmla="*/ 3324890 h 6857999"/>
              <a:gd name="connsiteX4" fmla="*/ 11125134 w 11125363"/>
              <a:gd name="connsiteY4" fmla="*/ 6857999 h 6857999"/>
              <a:gd name="connsiteX5" fmla="*/ 0 w 11125363"/>
              <a:gd name="connsiteY5" fmla="*/ 6857998 h 6857999"/>
              <a:gd name="connsiteX6" fmla="*/ 4090298 w 11125363"/>
              <a:gd name="connsiteY6" fmla="*/ 2820281 h 6857999"/>
              <a:gd name="connsiteX0" fmla="*/ 4090298 w 11125466"/>
              <a:gd name="connsiteY0" fmla="*/ 2820281 h 6857999"/>
              <a:gd name="connsiteX1" fmla="*/ 1215791 w 11125466"/>
              <a:gd name="connsiteY1" fmla="*/ 0 h 6857999"/>
              <a:gd name="connsiteX2" fmla="*/ 11117252 w 11125466"/>
              <a:gd name="connsiteY2" fmla="*/ 0 h 6857999"/>
              <a:gd name="connsiteX3" fmla="*/ 11106740 w 11125466"/>
              <a:gd name="connsiteY3" fmla="*/ 3658523 h 6857999"/>
              <a:gd name="connsiteX4" fmla="*/ 11125134 w 11125466"/>
              <a:gd name="connsiteY4" fmla="*/ 6857999 h 6857999"/>
              <a:gd name="connsiteX5" fmla="*/ 0 w 11125466"/>
              <a:gd name="connsiteY5" fmla="*/ 6857998 h 6857999"/>
              <a:gd name="connsiteX6" fmla="*/ 4090298 w 11125466"/>
              <a:gd name="connsiteY6" fmla="*/ 2820281 h 6857999"/>
              <a:gd name="connsiteX0" fmla="*/ 4090298 w 11125718"/>
              <a:gd name="connsiteY0" fmla="*/ 2820281 h 6857999"/>
              <a:gd name="connsiteX1" fmla="*/ 1215791 w 11125718"/>
              <a:gd name="connsiteY1" fmla="*/ 0 h 6857999"/>
              <a:gd name="connsiteX2" fmla="*/ 11117252 w 11125718"/>
              <a:gd name="connsiteY2" fmla="*/ 0 h 6857999"/>
              <a:gd name="connsiteX3" fmla="*/ 11106740 w 11125718"/>
              <a:gd name="connsiteY3" fmla="*/ 3658523 h 6857999"/>
              <a:gd name="connsiteX4" fmla="*/ 11125134 w 11125718"/>
              <a:gd name="connsiteY4" fmla="*/ 6857999 h 6857999"/>
              <a:gd name="connsiteX5" fmla="*/ 0 w 11125718"/>
              <a:gd name="connsiteY5" fmla="*/ 6857998 h 6857999"/>
              <a:gd name="connsiteX6" fmla="*/ 4090298 w 11125718"/>
              <a:gd name="connsiteY6" fmla="*/ 2820281 h 6857999"/>
              <a:gd name="connsiteX0" fmla="*/ 4090298 w 11125718"/>
              <a:gd name="connsiteY0" fmla="*/ 2820281 h 6857999"/>
              <a:gd name="connsiteX1" fmla="*/ 1215791 w 11125718"/>
              <a:gd name="connsiteY1" fmla="*/ 0 h 6857999"/>
              <a:gd name="connsiteX2" fmla="*/ 11117252 w 11125718"/>
              <a:gd name="connsiteY2" fmla="*/ 0 h 6857999"/>
              <a:gd name="connsiteX3" fmla="*/ 11106740 w 11125718"/>
              <a:gd name="connsiteY3" fmla="*/ 3658523 h 6857999"/>
              <a:gd name="connsiteX4" fmla="*/ 11125134 w 11125718"/>
              <a:gd name="connsiteY4" fmla="*/ 6857999 h 6857999"/>
              <a:gd name="connsiteX5" fmla="*/ 0 w 11125718"/>
              <a:gd name="connsiteY5" fmla="*/ 6857998 h 6857999"/>
              <a:gd name="connsiteX6" fmla="*/ 4090298 w 11125718"/>
              <a:gd name="connsiteY6" fmla="*/ 2820281 h 6857999"/>
              <a:gd name="connsiteX0" fmla="*/ 4090298 w 11127061"/>
              <a:gd name="connsiteY0" fmla="*/ 2820281 h 6857999"/>
              <a:gd name="connsiteX1" fmla="*/ 1215791 w 11127061"/>
              <a:gd name="connsiteY1" fmla="*/ 0 h 6857999"/>
              <a:gd name="connsiteX2" fmla="*/ 11117252 w 11127061"/>
              <a:gd name="connsiteY2" fmla="*/ 0 h 6857999"/>
              <a:gd name="connsiteX3" fmla="*/ 11118944 w 11127061"/>
              <a:gd name="connsiteY3" fmla="*/ 3621947 h 6857999"/>
              <a:gd name="connsiteX4" fmla="*/ 11125134 w 11127061"/>
              <a:gd name="connsiteY4" fmla="*/ 6857999 h 6857999"/>
              <a:gd name="connsiteX5" fmla="*/ 0 w 11127061"/>
              <a:gd name="connsiteY5" fmla="*/ 6857998 h 6857999"/>
              <a:gd name="connsiteX6" fmla="*/ 4090298 w 11127061"/>
              <a:gd name="connsiteY6" fmla="*/ 2820281 h 6857999"/>
              <a:gd name="connsiteX0" fmla="*/ 4090298 w 11127061"/>
              <a:gd name="connsiteY0" fmla="*/ 2820281 h 6857999"/>
              <a:gd name="connsiteX1" fmla="*/ 1215791 w 11127061"/>
              <a:gd name="connsiteY1" fmla="*/ 0 h 6857999"/>
              <a:gd name="connsiteX2" fmla="*/ 11117252 w 11127061"/>
              <a:gd name="connsiteY2" fmla="*/ 0 h 6857999"/>
              <a:gd name="connsiteX3" fmla="*/ 11118944 w 11127061"/>
              <a:gd name="connsiteY3" fmla="*/ 3621947 h 6857999"/>
              <a:gd name="connsiteX4" fmla="*/ 11125134 w 11127061"/>
              <a:gd name="connsiteY4" fmla="*/ 6857999 h 6857999"/>
              <a:gd name="connsiteX5" fmla="*/ 0 w 11127061"/>
              <a:gd name="connsiteY5" fmla="*/ 6857998 h 6857999"/>
              <a:gd name="connsiteX6" fmla="*/ 4090298 w 11127061"/>
              <a:gd name="connsiteY6" fmla="*/ 2820281 h 6857999"/>
              <a:gd name="connsiteX0" fmla="*/ 4090298 w 11125472"/>
              <a:gd name="connsiteY0" fmla="*/ 2820281 h 6857999"/>
              <a:gd name="connsiteX1" fmla="*/ 1215791 w 11125472"/>
              <a:gd name="connsiteY1" fmla="*/ 0 h 6857999"/>
              <a:gd name="connsiteX2" fmla="*/ 11117252 w 11125472"/>
              <a:gd name="connsiteY2" fmla="*/ 0 h 6857999"/>
              <a:gd name="connsiteX3" fmla="*/ 11118944 w 11125472"/>
              <a:gd name="connsiteY3" fmla="*/ 3621947 h 6857999"/>
              <a:gd name="connsiteX4" fmla="*/ 11125134 w 11125472"/>
              <a:gd name="connsiteY4" fmla="*/ 6857999 h 6857999"/>
              <a:gd name="connsiteX5" fmla="*/ 0 w 11125472"/>
              <a:gd name="connsiteY5" fmla="*/ 6857998 h 6857999"/>
              <a:gd name="connsiteX6" fmla="*/ 4090298 w 11125472"/>
              <a:gd name="connsiteY6" fmla="*/ 2820281 h 6857999"/>
              <a:gd name="connsiteX0" fmla="*/ 4090298 w 11125737"/>
              <a:gd name="connsiteY0" fmla="*/ 2820281 h 6857999"/>
              <a:gd name="connsiteX1" fmla="*/ 1215791 w 11125737"/>
              <a:gd name="connsiteY1" fmla="*/ 0 h 6857999"/>
              <a:gd name="connsiteX2" fmla="*/ 11117252 w 11125737"/>
              <a:gd name="connsiteY2" fmla="*/ 0 h 6857999"/>
              <a:gd name="connsiteX3" fmla="*/ 11118944 w 11125737"/>
              <a:gd name="connsiteY3" fmla="*/ 3621947 h 6857999"/>
              <a:gd name="connsiteX4" fmla="*/ 11125134 w 11125737"/>
              <a:gd name="connsiteY4" fmla="*/ 6857999 h 6857999"/>
              <a:gd name="connsiteX5" fmla="*/ 0 w 11125737"/>
              <a:gd name="connsiteY5" fmla="*/ 6857998 h 6857999"/>
              <a:gd name="connsiteX6" fmla="*/ 4090298 w 11125737"/>
              <a:gd name="connsiteY6" fmla="*/ 282028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125737" h="6857999">
                <a:moveTo>
                  <a:pt x="4090298" y="2820281"/>
                </a:moveTo>
                <a:lnTo>
                  <a:pt x="1215791" y="0"/>
                </a:lnTo>
                <a:lnTo>
                  <a:pt x="11117252" y="0"/>
                </a:lnTo>
                <a:cubicBezTo>
                  <a:pt x="11113749" y="1141248"/>
                  <a:pt x="11122281" y="2008133"/>
                  <a:pt x="11118944" y="3621947"/>
                </a:cubicBezTo>
                <a:cubicBezTo>
                  <a:pt x="11115607" y="5235761"/>
                  <a:pt x="11128637" y="5713248"/>
                  <a:pt x="11125134" y="6857999"/>
                </a:cubicBezTo>
                <a:lnTo>
                  <a:pt x="0" y="6857998"/>
                </a:lnTo>
                <a:lnTo>
                  <a:pt x="4090298" y="2820281"/>
                </a:lnTo>
                <a:close/>
              </a:path>
            </a:pathLst>
          </a:custGeom>
          <a:solidFill>
            <a:schemeClr val="bg2"/>
          </a:solidFill>
        </p:spPr>
        <p:txBody>
          <a:bodyPr/>
          <a:lstStyle>
            <a:lvl1pPr marL="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kumimoji="1" lang="en-US" dirty="0"/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B17812-713A-F5A8-595B-51B293F2E7D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86761" y="2378763"/>
            <a:ext cx="4986646" cy="870850"/>
          </a:xfrm>
        </p:spPr>
        <p:txBody>
          <a:bodyPr anchor="ctr" anchorCtr="0"/>
          <a:lstStyle>
            <a:lvl1pPr algn="l">
              <a:defRPr sz="4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Footer Placeholder 13">
            <a:extLst>
              <a:ext uri="{FF2B5EF4-FFF2-40B4-BE49-F238E27FC236}">
                <a16:creationId xmlns:a16="http://schemas.microsoft.com/office/drawing/2014/main" id="{B52EE07E-1F15-DCA1-1220-C38434E0EC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411906" y="6544221"/>
            <a:ext cx="628518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E9F9CA3-208C-60B5-AD16-DDEB4B6A7DC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665704" y="1866162"/>
            <a:ext cx="1013677" cy="1865255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B7C00596-6204-5E71-B344-72F2A6F6A0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7426" y="2603292"/>
            <a:ext cx="4090209" cy="620424"/>
          </a:xfrm>
          <a:prstGeom prst="rect">
            <a:avLst/>
          </a:prstGeom>
        </p:spPr>
      </p:pic>
      <p:sp>
        <p:nvSpPr>
          <p:cNvPr id="3" name="テキスト プレースホルダー 9">
            <a:extLst>
              <a:ext uri="{FF2B5EF4-FFF2-40B4-BE49-F238E27FC236}">
                <a16:creationId xmlns:a16="http://schemas.microsoft.com/office/drawing/2014/main" id="{DAB19AC2-3698-D75F-7F3E-F0B9CAA51D3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90271" y="5731914"/>
            <a:ext cx="3503342" cy="379916"/>
          </a:xfrm>
        </p:spPr>
        <p:txBody>
          <a:bodyPr anchor="b"/>
          <a:lstStyle>
            <a:lvl1pPr marL="0" indent="0" algn="r">
              <a:buFontTx/>
              <a:buNone/>
              <a:defRPr sz="16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dirty="0"/>
              <a:t>Company</a:t>
            </a:r>
          </a:p>
        </p:txBody>
      </p:sp>
      <p:sp>
        <p:nvSpPr>
          <p:cNvPr id="6" name="テキスト プレースホルダー 9">
            <a:extLst>
              <a:ext uri="{FF2B5EF4-FFF2-40B4-BE49-F238E27FC236}">
                <a16:creationId xmlns:a16="http://schemas.microsoft.com/office/drawing/2014/main" id="{2CAA9D5F-066B-7970-798A-6F160995080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90271" y="6130307"/>
            <a:ext cx="3506820" cy="379916"/>
          </a:xfrm>
        </p:spPr>
        <p:txBody>
          <a:bodyPr anchor="ctr" anchorCtr="0"/>
          <a:lstStyle>
            <a:lvl1pPr marL="0" indent="0" algn="r">
              <a:buFontTx/>
              <a:buNone/>
              <a:defRPr sz="14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dirty="0"/>
              <a:t>Click to add text</a:t>
            </a:r>
          </a:p>
        </p:txBody>
      </p:sp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913B3C8B-E143-E3A3-37E7-CBE742F9DB7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82194" y="4165671"/>
            <a:ext cx="4991211" cy="379916"/>
          </a:xfrm>
        </p:spPr>
        <p:txBody>
          <a:bodyPr anchor="t"/>
          <a:lstStyle>
            <a:lvl1pPr marL="0" indent="0" algn="l">
              <a:buFontTx/>
              <a:buNone/>
              <a:defRPr sz="20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endParaRPr kumimoji="1" lang="en-US" dirty="0"/>
          </a:p>
        </p:txBody>
      </p:sp>
    </p:spTree>
    <p:extLst>
      <p:ext uri="{BB962C8B-B14F-4D97-AF65-F5344CB8AC3E}">
        <p14:creationId xmlns:p14="http://schemas.microsoft.com/office/powerpoint/2010/main" val="1647658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1 B_Title 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3E9A95A-2F39-2AA4-D372-9F4B8103147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479194" y="6544221"/>
            <a:ext cx="1441280" cy="16164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7DD57FDA-C3D7-4863-B8D2-E7422D6B54FE}" type="datetime1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17594FF-8F7F-195B-F671-27C456D03F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FE53D2-0BF2-3408-CE3F-908FD3647F6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0000">
                <a:srgbClr val="106FFF"/>
              </a:gs>
              <a:gs pos="17000">
                <a:schemeClr val="accent2"/>
              </a:gs>
              <a:gs pos="35000">
                <a:srgbClr val="2230FE"/>
              </a:gs>
              <a:gs pos="0">
                <a:srgbClr val="0046AD"/>
              </a:gs>
              <a:gs pos="100000">
                <a:srgbClr val="2DC1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Footer Placeholder 13">
            <a:extLst>
              <a:ext uri="{FF2B5EF4-FFF2-40B4-BE49-F238E27FC236}">
                <a16:creationId xmlns:a16="http://schemas.microsoft.com/office/drawing/2014/main" id="{D478F426-8F07-5802-21EC-DE5AC87C3B6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410925" y="6544221"/>
            <a:ext cx="628518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pic>
        <p:nvPicPr>
          <p:cNvPr id="9" name="Graphic 1">
            <a:extLst>
              <a:ext uri="{FF2B5EF4-FFF2-40B4-BE49-F238E27FC236}">
                <a16:creationId xmlns:a16="http://schemas.microsoft.com/office/drawing/2014/main" id="{E29F2C46-CDF0-948B-4F1B-CABE118E131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" r="27"/>
          <a:stretch/>
        </p:blipFill>
        <p:spPr>
          <a:xfrm>
            <a:off x="3030569" y="2143668"/>
            <a:ext cx="1123204" cy="2211889"/>
          </a:xfrm>
          <a:prstGeom prst="rect">
            <a:avLst/>
          </a:prstGeom>
        </p:spPr>
      </p:pic>
      <p:pic>
        <p:nvPicPr>
          <p:cNvPr id="7" name="Graphic 2">
            <a:extLst>
              <a:ext uri="{FF2B5EF4-FFF2-40B4-BE49-F238E27FC236}">
                <a16:creationId xmlns:a16="http://schemas.microsoft.com/office/drawing/2014/main" id="{F4725EEC-6191-9A83-DC5E-706F8EE545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6479" y="2763342"/>
            <a:ext cx="2201006" cy="80169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83CDA8CC-2F10-D4E6-500B-392057721E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48146" y="2143667"/>
            <a:ext cx="7056478" cy="2211889"/>
          </a:xfrm>
        </p:spPr>
        <p:txBody>
          <a:bodyPr anchor="ctr" anchorCtr="0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テキスト プレースホルダー 9">
            <a:extLst>
              <a:ext uri="{FF2B5EF4-FFF2-40B4-BE49-F238E27FC236}">
                <a16:creationId xmlns:a16="http://schemas.microsoft.com/office/drawing/2014/main" id="{C457A4A5-6DF0-B693-7B2A-968707C488E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90271" y="5731914"/>
            <a:ext cx="3503342" cy="379916"/>
          </a:xfrm>
        </p:spPr>
        <p:txBody>
          <a:bodyPr anchor="b"/>
          <a:lstStyle>
            <a:lvl1pPr marL="0" indent="0" algn="r">
              <a:buFontTx/>
              <a:buNone/>
              <a:defRPr sz="16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dirty="0"/>
              <a:t>Company</a:t>
            </a:r>
          </a:p>
        </p:txBody>
      </p:sp>
      <p:sp>
        <p:nvSpPr>
          <p:cNvPr id="20" name="テキスト プレースホルダー 9">
            <a:extLst>
              <a:ext uri="{FF2B5EF4-FFF2-40B4-BE49-F238E27FC236}">
                <a16:creationId xmlns:a16="http://schemas.microsoft.com/office/drawing/2014/main" id="{ED7544B2-5ED8-E8A6-A086-C57254E0A18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90271" y="6130307"/>
            <a:ext cx="3506820" cy="379916"/>
          </a:xfrm>
        </p:spPr>
        <p:txBody>
          <a:bodyPr anchor="ctr" anchorCtr="0"/>
          <a:lstStyle>
            <a:lvl1pPr marL="0" indent="0" algn="r">
              <a:buFontTx/>
              <a:buNone/>
              <a:defRPr sz="14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dirty="0"/>
              <a:t>Click to add text</a:t>
            </a:r>
          </a:p>
        </p:txBody>
      </p:sp>
      <p:sp>
        <p:nvSpPr>
          <p:cNvPr id="21" name="テキスト プレースホルダー 9">
            <a:extLst>
              <a:ext uri="{FF2B5EF4-FFF2-40B4-BE49-F238E27FC236}">
                <a16:creationId xmlns:a16="http://schemas.microsoft.com/office/drawing/2014/main" id="{ACC8A8BA-AC89-99B8-02B4-80F3443A5A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48146" y="4597989"/>
            <a:ext cx="7056478" cy="379916"/>
          </a:xfrm>
        </p:spPr>
        <p:txBody>
          <a:bodyPr anchor="t"/>
          <a:lstStyle>
            <a:lvl1pPr marL="0" indent="0" algn="l">
              <a:buFontTx/>
              <a:buNone/>
              <a:defRPr sz="20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endParaRPr kumimoji="1" lang="en-US" dirty="0"/>
          </a:p>
        </p:txBody>
      </p:sp>
    </p:spTree>
    <p:extLst>
      <p:ext uri="{BB962C8B-B14F-4D97-AF65-F5344CB8AC3E}">
        <p14:creationId xmlns:p14="http://schemas.microsoft.com/office/powerpoint/2010/main" val="2841415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2 B_Title 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3E9A95A-2F39-2AA4-D372-9F4B8103147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479194" y="6544221"/>
            <a:ext cx="1441280" cy="16164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7DD57FDA-C3D7-4863-B8D2-E7422D6B54FE}" type="datetime1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17594FF-8F7F-195B-F671-27C456D03F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D98A7B-8C2F-5EBB-9E93-C3C70C73B25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25">
                <a:schemeClr val="accent2"/>
              </a:gs>
              <a:gs pos="15000">
                <a:schemeClr val="accent2"/>
              </a:gs>
              <a:gs pos="0">
                <a:srgbClr val="0046AD"/>
              </a:gs>
              <a:gs pos="95000">
                <a:srgbClr val="C919F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157BA6D-E17A-52FF-3E82-03744B038D4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410925" y="6544221"/>
            <a:ext cx="628518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pic>
        <p:nvPicPr>
          <p:cNvPr id="10" name="Graphic 1">
            <a:extLst>
              <a:ext uri="{FF2B5EF4-FFF2-40B4-BE49-F238E27FC236}">
                <a16:creationId xmlns:a16="http://schemas.microsoft.com/office/drawing/2014/main" id="{6BB52AF3-0A78-3960-31D5-1329AB726D5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" r="27"/>
          <a:stretch/>
        </p:blipFill>
        <p:spPr>
          <a:xfrm>
            <a:off x="3030569" y="2143668"/>
            <a:ext cx="1123204" cy="2211889"/>
          </a:xfrm>
          <a:prstGeom prst="rect">
            <a:avLst/>
          </a:prstGeom>
        </p:spPr>
      </p:pic>
      <p:pic>
        <p:nvPicPr>
          <p:cNvPr id="2" name="Graphic 2">
            <a:extLst>
              <a:ext uri="{FF2B5EF4-FFF2-40B4-BE49-F238E27FC236}">
                <a16:creationId xmlns:a16="http://schemas.microsoft.com/office/drawing/2014/main" id="{DD60442B-B372-4766-6CE5-42A9F37F0EC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6479" y="2763342"/>
            <a:ext cx="2201006" cy="80169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8EB0F28-65D2-A02A-80E6-5E719E8BDF4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48146" y="2143668"/>
            <a:ext cx="7056478" cy="2211890"/>
          </a:xfrm>
        </p:spPr>
        <p:txBody>
          <a:bodyPr anchor="ctr" anchorCtr="0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テキスト プレースホルダー 9">
            <a:extLst>
              <a:ext uri="{FF2B5EF4-FFF2-40B4-BE49-F238E27FC236}">
                <a16:creationId xmlns:a16="http://schemas.microsoft.com/office/drawing/2014/main" id="{1908AD77-88C9-BF7E-50EC-D73F219C369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90271" y="5731914"/>
            <a:ext cx="3503342" cy="379916"/>
          </a:xfrm>
        </p:spPr>
        <p:txBody>
          <a:bodyPr anchor="b"/>
          <a:lstStyle>
            <a:lvl1pPr marL="0" indent="0" algn="r">
              <a:buFontTx/>
              <a:buNone/>
              <a:defRPr sz="16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dirty="0"/>
              <a:t>Company</a:t>
            </a:r>
          </a:p>
        </p:txBody>
      </p:sp>
      <p:sp>
        <p:nvSpPr>
          <p:cNvPr id="9" name="テキスト プレースホルダー 9">
            <a:extLst>
              <a:ext uri="{FF2B5EF4-FFF2-40B4-BE49-F238E27FC236}">
                <a16:creationId xmlns:a16="http://schemas.microsoft.com/office/drawing/2014/main" id="{21F26C79-58E1-223F-A62A-4E03FE655CB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90271" y="6130307"/>
            <a:ext cx="3506820" cy="379916"/>
          </a:xfrm>
        </p:spPr>
        <p:txBody>
          <a:bodyPr anchor="ctr" anchorCtr="0"/>
          <a:lstStyle>
            <a:lvl1pPr marL="0" indent="0" algn="r">
              <a:buFontTx/>
              <a:buNone/>
              <a:defRPr sz="14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dirty="0"/>
              <a:t>Click to add text</a:t>
            </a:r>
          </a:p>
        </p:txBody>
      </p:sp>
      <p:sp>
        <p:nvSpPr>
          <p:cNvPr id="11" name="テキスト プレースホルダー 9">
            <a:extLst>
              <a:ext uri="{FF2B5EF4-FFF2-40B4-BE49-F238E27FC236}">
                <a16:creationId xmlns:a16="http://schemas.microsoft.com/office/drawing/2014/main" id="{E44E6B84-8507-BD83-FF57-B52850A723B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48146" y="4597989"/>
            <a:ext cx="7056478" cy="379916"/>
          </a:xfrm>
        </p:spPr>
        <p:txBody>
          <a:bodyPr anchor="t"/>
          <a:lstStyle>
            <a:lvl1pPr marL="0" indent="0" algn="l">
              <a:buFontTx/>
              <a:buNone/>
              <a:defRPr sz="20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endParaRPr kumimoji="1" lang="en-US" dirty="0"/>
          </a:p>
        </p:txBody>
      </p:sp>
    </p:spTree>
    <p:extLst>
      <p:ext uri="{BB962C8B-B14F-4D97-AF65-F5344CB8AC3E}">
        <p14:creationId xmlns:p14="http://schemas.microsoft.com/office/powerpoint/2010/main" val="2662524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3 B_Title 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69D60BF1-E9D5-8727-1309-B6C0CA6D3E8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7000">
                <a:srgbClr val="095DFF"/>
              </a:gs>
              <a:gs pos="55000">
                <a:srgbClr val="0087FF"/>
              </a:gs>
              <a:gs pos="15000">
                <a:srgbClr val="2230FE"/>
              </a:gs>
              <a:gs pos="0">
                <a:srgbClr val="0046AD"/>
              </a:gs>
              <a:gs pos="95000">
                <a:srgbClr val="26DE7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17594FF-8F7F-195B-F671-27C456D03F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32E8973-1694-A193-E1F1-F888B3470EB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" r="27"/>
          <a:stretch/>
        </p:blipFill>
        <p:spPr>
          <a:xfrm>
            <a:off x="3030569" y="2143668"/>
            <a:ext cx="1123204" cy="2211889"/>
          </a:xfrm>
          <a:prstGeom prst="rect">
            <a:avLst/>
          </a:prstGeom>
        </p:spPr>
      </p:pic>
      <p:sp>
        <p:nvSpPr>
          <p:cNvPr id="4" name="Footer Placeholder 13">
            <a:extLst>
              <a:ext uri="{FF2B5EF4-FFF2-40B4-BE49-F238E27FC236}">
                <a16:creationId xmlns:a16="http://schemas.microsoft.com/office/drawing/2014/main" id="{1FEA4884-6B7C-7CDA-E874-C60C7F6635D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410925" y="6544221"/>
            <a:ext cx="628518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pic>
        <p:nvPicPr>
          <p:cNvPr id="16" name="Graphic 2">
            <a:extLst>
              <a:ext uri="{FF2B5EF4-FFF2-40B4-BE49-F238E27FC236}">
                <a16:creationId xmlns:a16="http://schemas.microsoft.com/office/drawing/2014/main" id="{BA6C8627-B116-47BE-05D4-C82CEDFD625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6479" y="2763342"/>
            <a:ext cx="2201006" cy="801691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CA18CBA0-E26F-ABBB-BC54-5209D9ECFA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48146" y="2143668"/>
            <a:ext cx="7056478" cy="2211890"/>
          </a:xfrm>
        </p:spPr>
        <p:txBody>
          <a:bodyPr anchor="ctr" anchorCtr="0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テキスト プレースホルダー 9">
            <a:extLst>
              <a:ext uri="{FF2B5EF4-FFF2-40B4-BE49-F238E27FC236}">
                <a16:creationId xmlns:a16="http://schemas.microsoft.com/office/drawing/2014/main" id="{6193A2AB-F4CA-4169-0794-EAC89AC9480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90271" y="5731914"/>
            <a:ext cx="3503342" cy="379916"/>
          </a:xfrm>
        </p:spPr>
        <p:txBody>
          <a:bodyPr anchor="b"/>
          <a:lstStyle>
            <a:lvl1pPr marL="0" indent="0" algn="r">
              <a:buFontTx/>
              <a:buNone/>
              <a:defRPr sz="16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dirty="0"/>
              <a:t>Company</a:t>
            </a:r>
          </a:p>
        </p:txBody>
      </p:sp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74A682D8-72A0-17F3-3B2A-6D0B568A43C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90271" y="6130307"/>
            <a:ext cx="3506820" cy="379916"/>
          </a:xfrm>
        </p:spPr>
        <p:txBody>
          <a:bodyPr anchor="ctr" anchorCtr="0"/>
          <a:lstStyle>
            <a:lvl1pPr marL="0" indent="0" algn="r">
              <a:buFontTx/>
              <a:buNone/>
              <a:defRPr sz="14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dirty="0"/>
              <a:t>Click to add text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75F27159-A3E1-E77C-6BEF-1B37DDD1882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48146" y="4597989"/>
            <a:ext cx="7056478" cy="379916"/>
          </a:xfrm>
        </p:spPr>
        <p:txBody>
          <a:bodyPr anchor="t"/>
          <a:lstStyle>
            <a:lvl1pPr marL="0" indent="0" algn="l">
              <a:buFontTx/>
              <a:buNone/>
              <a:defRPr sz="20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endParaRPr kumimoji="1" lang="en-US" dirty="0"/>
          </a:p>
        </p:txBody>
      </p:sp>
    </p:spTree>
    <p:extLst>
      <p:ext uri="{BB962C8B-B14F-4D97-AF65-F5344CB8AC3E}">
        <p14:creationId xmlns:p14="http://schemas.microsoft.com/office/powerpoint/2010/main" val="951496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4 B_Title 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DED91E2F-678E-BC7C-4F27-E21FC20D77E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864000" anchor="t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157BA6D-E17A-52FF-3E82-03744B038D4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413644" y="6544221"/>
            <a:ext cx="628518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©︎ TDK Corporation 2025 | Department | Document title | Confidential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B3E856-FDA7-A703-84C6-81B75D5872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48146" y="2149236"/>
            <a:ext cx="7056478" cy="2200751"/>
          </a:xfrm>
        </p:spPr>
        <p:txBody>
          <a:bodyPr anchor="ctr" anchorCtr="0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E34251C-12A3-4155-1787-52F1E8D0C1F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 rot="10800000">
            <a:off x="2957769" y="2149237"/>
            <a:ext cx="1196003" cy="2200751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0213E4F8-F51B-E9CD-238F-A908E81D41AE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536479" y="2763342"/>
            <a:ext cx="2200094" cy="801422"/>
          </a:xfr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sp>
        <p:nvSpPr>
          <p:cNvPr id="4" name="テキスト プレースホルダー 9">
            <a:extLst>
              <a:ext uri="{FF2B5EF4-FFF2-40B4-BE49-F238E27FC236}">
                <a16:creationId xmlns:a16="http://schemas.microsoft.com/office/drawing/2014/main" id="{33FDADEB-4553-2E47-DB6E-35121652AC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90271" y="5731914"/>
            <a:ext cx="3503342" cy="379916"/>
          </a:xfrm>
        </p:spPr>
        <p:txBody>
          <a:bodyPr anchor="b"/>
          <a:lstStyle>
            <a:lvl1pPr marL="0" indent="0" algn="r">
              <a:buFontTx/>
              <a:buNone/>
              <a:defRPr sz="16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dirty="0"/>
              <a:t>Company</a:t>
            </a:r>
          </a:p>
        </p:txBody>
      </p:sp>
      <p:sp>
        <p:nvSpPr>
          <p:cNvPr id="6" name="テキスト プレースホルダー 9">
            <a:extLst>
              <a:ext uri="{FF2B5EF4-FFF2-40B4-BE49-F238E27FC236}">
                <a16:creationId xmlns:a16="http://schemas.microsoft.com/office/drawing/2014/main" id="{24AC566B-B751-6E96-0C05-A3E4CB432E7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90271" y="6130307"/>
            <a:ext cx="3506820" cy="379916"/>
          </a:xfrm>
        </p:spPr>
        <p:txBody>
          <a:bodyPr anchor="ctr" anchorCtr="0"/>
          <a:lstStyle>
            <a:lvl1pPr marL="0" indent="0" algn="r">
              <a:buFontTx/>
              <a:buNone/>
              <a:defRPr sz="14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dirty="0"/>
              <a:t>Click to add text</a:t>
            </a:r>
          </a:p>
        </p:txBody>
      </p:sp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0E87A0B5-7046-FD20-D31E-8E6955A750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48146" y="4597989"/>
            <a:ext cx="7056478" cy="379916"/>
          </a:xfrm>
        </p:spPr>
        <p:txBody>
          <a:bodyPr anchor="t"/>
          <a:lstStyle>
            <a:lvl1pPr marL="0" indent="0" algn="l">
              <a:buFontTx/>
              <a:buNone/>
              <a:defRPr sz="20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endParaRPr kumimoji="1" lang="en-US" dirty="0"/>
          </a:p>
        </p:txBody>
      </p:sp>
    </p:spTree>
    <p:extLst>
      <p:ext uri="{BB962C8B-B14F-4D97-AF65-F5344CB8AC3E}">
        <p14:creationId xmlns:p14="http://schemas.microsoft.com/office/powerpoint/2010/main" val="3078459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1 Content - 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BE3BC-81B3-E530-1E0F-0C26B5AFDE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7DFC8-1BC3-43DA-BCD5-916305E849D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AE3A3C9-C608-2087-F225-C2794EF0DD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E78CF30-4C17-56D3-EB40-E42B4A1937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152130"/>
            <a:ext cx="385894" cy="805481"/>
          </a:xfrm>
          <a:prstGeom prst="rightArrow">
            <a:avLst>
              <a:gd name="adj1" fmla="val 50000"/>
              <a:gd name="adj2" fmla="val 13944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pic>
        <p:nvPicPr>
          <p:cNvPr id="6" name="Picture 10">
            <a:extLst>
              <a:ext uri="{FF2B5EF4-FFF2-40B4-BE49-F238E27FC236}">
                <a16:creationId xmlns:a16="http://schemas.microsoft.com/office/drawing/2014/main" id="{144F759E-836C-41A8-A181-1FCB72007E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008CD92-99CF-DC10-86F5-AF6A2D074D8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7374" y="1700213"/>
            <a:ext cx="11017249" cy="457358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72000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556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2 Content - Title &amp; tw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3D59E-77B6-469E-0005-9C2BF6EB0A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0D939-CBF4-DEF8-AB17-1E14ECB6C34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7374" y="1700213"/>
            <a:ext cx="5181600" cy="457358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47FDDD-980A-E939-3AA9-69FE13AA98A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23024" y="1700213"/>
            <a:ext cx="5181600" cy="457358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988D9-FA1A-7721-3003-B58FD7F9C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©︎ TDK Corporation 2025 | Department | Document title |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41405-C34C-535C-A601-5E46007D7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F2C2693-A53A-04DA-5205-3AEA9CBE15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152130"/>
            <a:ext cx="385894" cy="805481"/>
          </a:xfrm>
          <a:prstGeom prst="rightArrow">
            <a:avLst>
              <a:gd name="adj1" fmla="val 50000"/>
              <a:gd name="adj2" fmla="val 13944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C07A12A0-9E33-05DC-40C3-C39074DDFF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028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3 Content - Title &amp; thre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3D59E-77B6-469E-0005-9C2BF6EB0A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0D939-CBF4-DEF8-AB17-1E14ECB6C34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7375" y="1700213"/>
            <a:ext cx="3469618" cy="457358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988D9-FA1A-7721-3003-B58FD7F9C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©︎ TDK Corporation 2025 | Department | Document title |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41405-C34C-535C-A601-5E46007D7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F2C2693-A53A-04DA-5205-3AEA9CBE15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152130"/>
            <a:ext cx="385894" cy="805481"/>
          </a:xfrm>
          <a:prstGeom prst="rightArrow">
            <a:avLst>
              <a:gd name="adj1" fmla="val 50000"/>
              <a:gd name="adj2" fmla="val 13944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D4BE878-A75B-DD06-9286-E682C009FED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361190" y="1700211"/>
            <a:ext cx="3469619" cy="4573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E56E1B4-8B44-0956-B425-E60EC8CB675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135005" y="1700211"/>
            <a:ext cx="3469619" cy="45735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A321F01C-F1A3-2E3F-37DA-386EE4EE63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3996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4 Content - Title &amp; text - Img.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6486FBF-2635-2173-57D6-DC80A625BEAF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87375" y="1700213"/>
            <a:ext cx="5085583" cy="4573587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14F9F6F9-A00A-53ED-398F-E677C4FB1F1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0" y="0"/>
            <a:ext cx="6096000" cy="6858000"/>
          </a:xfrm>
          <a:solidFill>
            <a:schemeClr val="bg1">
              <a:lumMod val="85000"/>
            </a:schemeClr>
          </a:solidFill>
        </p:spPr>
        <p:txBody>
          <a:bodyPr tIns="864000" anchor="ctr" anchorCtr="0"/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90A6AC5-6696-02B4-687D-86F0602B8E9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5330C6C-A0CC-8F63-C0DC-6C272D3CFAD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9E9904A3-F0B5-5174-A48A-C107445502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152130"/>
            <a:ext cx="385894" cy="805481"/>
          </a:xfrm>
          <a:prstGeom prst="rightArrow">
            <a:avLst>
              <a:gd name="adj1" fmla="val 50000"/>
              <a:gd name="adj2" fmla="val 13944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A1D84DA-4009-41E9-F46A-C90967F5D7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334206"/>
            <a:ext cx="5085584" cy="914956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pic>
        <p:nvPicPr>
          <p:cNvPr id="2" name="Picture 10">
            <a:extLst>
              <a:ext uri="{FF2B5EF4-FFF2-40B4-BE49-F238E27FC236}">
                <a16:creationId xmlns:a16="http://schemas.microsoft.com/office/drawing/2014/main" id="{CF933EE2-E6E7-19BC-30B6-22854FE163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908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556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5 Content - Title &amp; text - Img.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BE5B26-7A35-A8C7-3053-06D0E8D7A82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727964" y="1700213"/>
            <a:ext cx="7876660" cy="4573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14F9F6F9-A00A-53ED-398F-E677C4FB1F1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3378454" cy="6858000"/>
          </a:xfrm>
          <a:solidFill>
            <a:schemeClr val="bg1">
              <a:lumMod val="85000"/>
            </a:schemeClr>
          </a:solidFill>
        </p:spPr>
        <p:txBody>
          <a:bodyPr tIns="864000" anchor="ctr" anchorCtr="0"/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13CAF84-4500-3076-3DF4-6DDAA75D49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152130"/>
            <a:ext cx="385894" cy="805481"/>
          </a:xfrm>
          <a:prstGeom prst="rightArrow">
            <a:avLst>
              <a:gd name="adj1" fmla="val 50000"/>
              <a:gd name="adj2" fmla="val 13944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E01D2B37-8587-B99A-08CB-525EEF807A6F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541853" y="6384215"/>
            <a:ext cx="2119215" cy="323723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90A6AC5-6696-02B4-687D-86F0602B8E9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©︎ TDK Corporation 2025 | Department | Document title | Confidential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5330C6C-A0CC-8F63-C0DC-6C272D3CFAD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BF40FD3-8DB8-9B37-8FB2-C2401ED5BB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27964" y="334206"/>
            <a:ext cx="7876661" cy="914956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82713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556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6 Content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BE3BC-81B3-E530-1E0F-0C26B5AFDE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7DFC8-1BC3-43DA-BCD5-916305E849D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AE3A3C9-C608-2087-F225-C2794EF0DD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E78CF30-4C17-56D3-EB40-E42B4A1937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152130"/>
            <a:ext cx="385894" cy="805481"/>
          </a:xfrm>
          <a:prstGeom prst="rightArrow">
            <a:avLst>
              <a:gd name="adj1" fmla="val 50000"/>
              <a:gd name="adj2" fmla="val 13944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E1D75520-44CC-ED92-F209-2AE7036DD0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226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556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7 Content - 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7DFC8-1BC3-43DA-BCD5-916305E849D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©︎ TDK Corporation 2025 | Department | Document title | Confidential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AE3A3C9-C608-2087-F225-C2794EF0DD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E8EFE797-2B21-8A94-F892-C796104574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236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556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 Agenda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9D703B-A26C-AA4B-721F-98B3577A7D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67339" y="965299"/>
            <a:ext cx="9553860" cy="484539"/>
          </a:xfrm>
        </p:spPr>
        <p:txBody>
          <a:bodyPr anchor="ctr">
            <a:noAutofit/>
          </a:bodyPr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r>
              <a:rPr kumimoji="1" lang="en-US" dirty="0"/>
              <a:t>Click to add Agenda title</a:t>
            </a:r>
          </a:p>
        </p:txBody>
      </p:sp>
      <p:sp>
        <p:nvSpPr>
          <p:cNvPr id="17" name="Footer Placeholder 13">
            <a:extLst>
              <a:ext uri="{FF2B5EF4-FFF2-40B4-BE49-F238E27FC236}">
                <a16:creationId xmlns:a16="http://schemas.microsoft.com/office/drawing/2014/main" id="{D4A736CE-C3F3-45E5-5C95-F63B037EE1B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920474" y="6544221"/>
            <a:ext cx="6285185" cy="1616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18" name="Slide Number Placeholder 14">
            <a:extLst>
              <a:ext uri="{FF2B5EF4-FFF2-40B4-BE49-F238E27FC236}">
                <a16:creationId xmlns:a16="http://schemas.microsoft.com/office/drawing/2014/main" id="{2D1971B4-BEF3-6A3D-2684-80F55435252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5659" y="6544221"/>
            <a:ext cx="398965" cy="1616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75A9694B-06AA-3867-8398-B4ED3EEC12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BF09B39-FD64-4EA0-0F15-630F7903380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67339" y="1786269"/>
            <a:ext cx="9553860" cy="4522455"/>
          </a:xfrm>
        </p:spPr>
        <p:txBody>
          <a:bodyPr/>
          <a:lstStyle>
            <a:lvl1pPr marL="457200" indent="-457200">
              <a:buFont typeface="+mj-lt"/>
              <a:buAutoNum type="arabicPeriod"/>
              <a:defRPr sz="2400" baseline="0">
                <a:solidFill>
                  <a:schemeClr val="tx1"/>
                </a:solidFill>
              </a:defRPr>
            </a:lvl1pPr>
            <a:lvl2pPr marL="914400" indent="-457200">
              <a:buFont typeface="+mj-lt"/>
              <a:buAutoNum type="arabicPeriod"/>
              <a:defRPr sz="2000" baseline="0">
                <a:solidFill>
                  <a:schemeClr val="tx1"/>
                </a:solidFill>
              </a:defRPr>
            </a:lvl2pPr>
            <a:lvl3pPr marL="1257300" indent="-342900">
              <a:buFont typeface="+mj-lt"/>
              <a:buAutoNum type="arabicPeriod"/>
              <a:defRPr sz="1800" baseline="0">
                <a:solidFill>
                  <a:schemeClr val="tx1"/>
                </a:solidFill>
              </a:defRPr>
            </a:lvl3pPr>
            <a:lvl4pPr marL="1714500" indent="-342900">
              <a:buFont typeface="+mj-lt"/>
              <a:buAutoNum type="arabicPeriod"/>
              <a:defRPr sz="1600" baseline="0">
                <a:solidFill>
                  <a:schemeClr val="tx1"/>
                </a:solidFill>
              </a:defRPr>
            </a:lvl4pPr>
            <a:lvl5pPr marL="2057400" indent="-228600">
              <a:buFont typeface="+mj-lt"/>
              <a:buAutoNum type="arabicPeriod"/>
              <a:defRPr sz="140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en-US" dirty="0"/>
              <a:t>Click to add Agenda item</a:t>
            </a:r>
          </a:p>
          <a:p>
            <a:pPr lvl="1"/>
            <a:r>
              <a:rPr kumimoji="1" lang="en-US" dirty="0"/>
              <a:t>Second level</a:t>
            </a:r>
          </a:p>
          <a:p>
            <a:pPr lvl="2"/>
            <a:r>
              <a:rPr kumimoji="1" lang="en-US" dirty="0"/>
              <a:t>Third level</a:t>
            </a:r>
          </a:p>
          <a:p>
            <a:pPr lvl="3"/>
            <a:r>
              <a:rPr kumimoji="1" lang="en-US" dirty="0"/>
              <a:t>Fourth level</a:t>
            </a:r>
          </a:p>
          <a:p>
            <a:pPr lvl="4"/>
            <a:r>
              <a:rPr kumimoji="1" lang="en-US" dirty="0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B277CB5-F0F0-EEF9-F805-A90C3ECBB46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" r="27"/>
          <a:stretch/>
        </p:blipFill>
        <p:spPr>
          <a:xfrm>
            <a:off x="958090" y="523502"/>
            <a:ext cx="680764" cy="134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0071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2 Agenda - Solid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3CBD91D-A9CC-6F48-9244-93D6AF1AD5F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B9D703B-A26C-AA4B-721F-98B3577A7D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67339" y="965300"/>
            <a:ext cx="9553860" cy="484539"/>
          </a:xfrm>
        </p:spPr>
        <p:txBody>
          <a:bodyPr anchor="ctr">
            <a:noAutofit/>
          </a:bodyPr>
          <a:lstStyle>
            <a:lvl1pPr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kumimoji="1" lang="en-US" dirty="0"/>
              <a:t>Click to add Agenda title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0AB1A9-D07B-17AD-A143-2BCB634DE64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67339" y="1775637"/>
            <a:ext cx="9553860" cy="4533088"/>
          </a:xfrm>
        </p:spPr>
        <p:txBody>
          <a:bodyPr/>
          <a:lstStyle>
            <a:lvl1pPr marL="457200" indent="-457200">
              <a:buFont typeface="+mj-lt"/>
              <a:buAutoNum type="arabicPeriod"/>
              <a:defRPr sz="2400" baseline="0">
                <a:solidFill>
                  <a:schemeClr val="bg1"/>
                </a:solidFill>
              </a:defRPr>
            </a:lvl1pPr>
            <a:lvl2pPr marL="914400" indent="-457200">
              <a:buFont typeface="+mj-lt"/>
              <a:buAutoNum type="arabicPeriod"/>
              <a:defRPr sz="2000" baseline="0">
                <a:solidFill>
                  <a:schemeClr val="bg1"/>
                </a:solidFill>
              </a:defRPr>
            </a:lvl2pPr>
            <a:lvl3pPr marL="1257300" indent="-342900">
              <a:buFont typeface="+mj-lt"/>
              <a:buAutoNum type="arabicPeriod"/>
              <a:defRPr sz="1800" baseline="0">
                <a:solidFill>
                  <a:schemeClr val="bg1"/>
                </a:solidFill>
              </a:defRPr>
            </a:lvl3pPr>
            <a:lvl4pPr marL="1714500" indent="-342900">
              <a:buFont typeface="+mj-lt"/>
              <a:buAutoNum type="arabicPeriod"/>
              <a:defRPr sz="1600" baseline="0">
                <a:solidFill>
                  <a:schemeClr val="bg1"/>
                </a:solidFill>
              </a:defRPr>
            </a:lvl4pPr>
            <a:lvl5pPr marL="2057400" indent="-228600">
              <a:buFont typeface="+mj-lt"/>
              <a:buAutoNum type="arabicPeriod"/>
              <a:defRPr sz="14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dirty="0"/>
              <a:t>Click to add Agenda item</a:t>
            </a:r>
          </a:p>
          <a:p>
            <a:pPr lvl="1"/>
            <a:r>
              <a:rPr kumimoji="1" lang="en-US" dirty="0"/>
              <a:t>Second level</a:t>
            </a:r>
          </a:p>
          <a:p>
            <a:pPr lvl="2"/>
            <a:r>
              <a:rPr kumimoji="1" lang="en-US" dirty="0"/>
              <a:t>Third level</a:t>
            </a:r>
          </a:p>
          <a:p>
            <a:pPr lvl="3"/>
            <a:r>
              <a:rPr kumimoji="1" lang="en-US" dirty="0"/>
              <a:t>Fourth level</a:t>
            </a:r>
          </a:p>
          <a:p>
            <a:pPr lvl="4"/>
            <a:r>
              <a:rPr kumimoji="1" lang="en-US" dirty="0"/>
              <a:t>Fifth level</a:t>
            </a:r>
          </a:p>
        </p:txBody>
      </p:sp>
      <p:sp>
        <p:nvSpPr>
          <p:cNvPr id="17" name="Footer Placeholder 13">
            <a:extLst>
              <a:ext uri="{FF2B5EF4-FFF2-40B4-BE49-F238E27FC236}">
                <a16:creationId xmlns:a16="http://schemas.microsoft.com/office/drawing/2014/main" id="{D4A736CE-C3F3-45E5-5C95-F63B037EE1B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920474" y="6544221"/>
            <a:ext cx="628518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©︎ TDK Corporation 2025 | Department | Document title | Confidential</a:t>
            </a:r>
          </a:p>
        </p:txBody>
      </p:sp>
      <p:sp>
        <p:nvSpPr>
          <p:cNvPr id="18" name="Slide Number Placeholder 14">
            <a:extLst>
              <a:ext uri="{FF2B5EF4-FFF2-40B4-BE49-F238E27FC236}">
                <a16:creationId xmlns:a16="http://schemas.microsoft.com/office/drawing/2014/main" id="{2D1971B4-BEF3-6A3D-2684-80F55435252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5659" y="6544221"/>
            <a:ext cx="39896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A4734A30-83C4-5C42-216C-B017610883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528A305-F2F0-13D2-B501-81262726D78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" r="27"/>
          <a:stretch/>
        </p:blipFill>
        <p:spPr>
          <a:xfrm>
            <a:off x="958090" y="523503"/>
            <a:ext cx="680764" cy="134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7526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3 Agenda - Solid Blue &amp; Diamo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3CBD91D-A9CC-6F48-9244-93D6AF1AD5F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17" name="Footer Placeholder 13">
            <a:extLst>
              <a:ext uri="{FF2B5EF4-FFF2-40B4-BE49-F238E27FC236}">
                <a16:creationId xmlns:a16="http://schemas.microsoft.com/office/drawing/2014/main" id="{D4A736CE-C3F3-45E5-5C95-F63B037EE1B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920474" y="6544221"/>
            <a:ext cx="628518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©︎ TDK Corporation 2025 | Department | Document title | Confidential</a:t>
            </a:r>
          </a:p>
        </p:txBody>
      </p:sp>
      <p:sp>
        <p:nvSpPr>
          <p:cNvPr id="18" name="Slide Number Placeholder 14">
            <a:extLst>
              <a:ext uri="{FF2B5EF4-FFF2-40B4-BE49-F238E27FC236}">
                <a16:creationId xmlns:a16="http://schemas.microsoft.com/office/drawing/2014/main" id="{2D1971B4-BEF3-6A3D-2684-80F55435252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5659" y="6544221"/>
            <a:ext cx="39896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96ABA89-4FA3-BA81-7A41-FE1C2D32D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1711" b="21415"/>
          <a:stretch>
            <a:fillRect/>
          </a:stretch>
        </p:blipFill>
        <p:spPr>
          <a:xfrm>
            <a:off x="5370416" y="0"/>
            <a:ext cx="6821584" cy="6858000"/>
          </a:xfrm>
          <a:custGeom>
            <a:avLst/>
            <a:gdLst>
              <a:gd name="connsiteX0" fmla="*/ 0 w 6821584"/>
              <a:gd name="connsiteY0" fmla="*/ 0 h 6858000"/>
              <a:gd name="connsiteX1" fmla="*/ 6821584 w 6821584"/>
              <a:gd name="connsiteY1" fmla="*/ 0 h 6858000"/>
              <a:gd name="connsiteX2" fmla="*/ 6821584 w 6821584"/>
              <a:gd name="connsiteY2" fmla="*/ 6858000 h 6858000"/>
              <a:gd name="connsiteX3" fmla="*/ 0 w 682158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21584" h="6858000">
                <a:moveTo>
                  <a:pt x="0" y="0"/>
                </a:moveTo>
                <a:lnTo>
                  <a:pt x="6821584" y="0"/>
                </a:lnTo>
                <a:lnTo>
                  <a:pt x="682158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5" name="Picture 10">
            <a:extLst>
              <a:ext uri="{FF2B5EF4-FFF2-40B4-BE49-F238E27FC236}">
                <a16:creationId xmlns:a16="http://schemas.microsoft.com/office/drawing/2014/main" id="{6AEB08BA-CB45-BB08-5C7A-ECF8E53B1B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5168B00-FFB9-2859-964C-3C16C17CABD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7" r="27"/>
          <a:stretch/>
        </p:blipFill>
        <p:spPr>
          <a:xfrm>
            <a:off x="958090" y="523503"/>
            <a:ext cx="680764" cy="1340607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2B9D703B-A26C-AA4B-721F-98B3577A7D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67340" y="965300"/>
            <a:ext cx="9553860" cy="484539"/>
          </a:xfrm>
        </p:spPr>
        <p:txBody>
          <a:bodyPr anchor="ctr">
            <a:noAutofit/>
          </a:bodyPr>
          <a:lstStyle>
            <a:lvl1pPr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kumimoji="1" lang="en-US" dirty="0"/>
              <a:t>Click to add Agenda title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0AB1A9-D07B-17AD-A143-2BCB634DE64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67340" y="1765005"/>
            <a:ext cx="9553860" cy="4520385"/>
          </a:xfrm>
        </p:spPr>
        <p:txBody>
          <a:bodyPr/>
          <a:lstStyle>
            <a:lvl1pPr marL="457200" indent="-457200">
              <a:buFont typeface="+mj-lt"/>
              <a:buAutoNum type="arabicPeriod"/>
              <a:defRPr sz="2400" baseline="0">
                <a:solidFill>
                  <a:schemeClr val="bg1"/>
                </a:solidFill>
              </a:defRPr>
            </a:lvl1pPr>
            <a:lvl2pPr marL="914400" indent="-457200">
              <a:buFont typeface="+mj-lt"/>
              <a:buAutoNum type="arabicPeriod"/>
              <a:defRPr sz="2000" baseline="0">
                <a:solidFill>
                  <a:schemeClr val="bg1"/>
                </a:solidFill>
              </a:defRPr>
            </a:lvl2pPr>
            <a:lvl3pPr marL="1257300" indent="-342900">
              <a:buFont typeface="+mj-lt"/>
              <a:buAutoNum type="arabicPeriod"/>
              <a:defRPr sz="1800" baseline="0">
                <a:solidFill>
                  <a:schemeClr val="bg1"/>
                </a:solidFill>
              </a:defRPr>
            </a:lvl3pPr>
            <a:lvl4pPr marL="1714500" indent="-342900">
              <a:buFont typeface="+mj-lt"/>
              <a:buAutoNum type="arabicPeriod"/>
              <a:defRPr sz="1600" baseline="0">
                <a:solidFill>
                  <a:schemeClr val="bg1"/>
                </a:solidFill>
              </a:defRPr>
            </a:lvl4pPr>
            <a:lvl5pPr marL="2057400" indent="-228600">
              <a:buFont typeface="+mj-lt"/>
              <a:buAutoNum type="arabicPeriod"/>
              <a:defRPr sz="14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dirty="0"/>
              <a:t>Click to add Agenda item</a:t>
            </a:r>
          </a:p>
          <a:p>
            <a:pPr lvl="1"/>
            <a:r>
              <a:rPr kumimoji="1" lang="en-US" dirty="0"/>
              <a:t>Second level</a:t>
            </a:r>
          </a:p>
          <a:p>
            <a:pPr lvl="2"/>
            <a:r>
              <a:rPr kumimoji="1" lang="en-US" dirty="0"/>
              <a:t>Third level</a:t>
            </a:r>
          </a:p>
          <a:p>
            <a:pPr lvl="3"/>
            <a:r>
              <a:rPr kumimoji="1" lang="en-US" dirty="0"/>
              <a:t>Fourth level</a:t>
            </a:r>
          </a:p>
          <a:p>
            <a:pPr lvl="4"/>
            <a:r>
              <a:rPr kumimoji="1"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93323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1_Chapter - Solid Blue &amp; Diamo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613779C5-FCB4-C11E-352D-6229E4D00FD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2C8C4B-C177-89CF-685B-CF45D9C32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1711" b="21415"/>
          <a:stretch>
            <a:fillRect/>
          </a:stretch>
        </p:blipFill>
        <p:spPr>
          <a:xfrm>
            <a:off x="5370416" y="0"/>
            <a:ext cx="6821584" cy="6858000"/>
          </a:xfrm>
          <a:custGeom>
            <a:avLst/>
            <a:gdLst>
              <a:gd name="connsiteX0" fmla="*/ 0 w 6821584"/>
              <a:gd name="connsiteY0" fmla="*/ 0 h 6858000"/>
              <a:gd name="connsiteX1" fmla="*/ 6821584 w 6821584"/>
              <a:gd name="connsiteY1" fmla="*/ 0 h 6858000"/>
              <a:gd name="connsiteX2" fmla="*/ 6821584 w 6821584"/>
              <a:gd name="connsiteY2" fmla="*/ 6858000 h 6858000"/>
              <a:gd name="connsiteX3" fmla="*/ 0 w 682158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21584" h="6858000">
                <a:moveTo>
                  <a:pt x="0" y="0"/>
                </a:moveTo>
                <a:lnTo>
                  <a:pt x="6821584" y="0"/>
                </a:lnTo>
                <a:lnTo>
                  <a:pt x="682158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C204BBA-1CD3-A57C-5B4E-56E0E758D6A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" r="27"/>
          <a:stretch/>
        </p:blipFill>
        <p:spPr>
          <a:xfrm rot="5400000">
            <a:off x="917296" y="272730"/>
            <a:ext cx="680764" cy="1340607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157BA6D-E17A-52FF-3E82-03744B038D4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©︎ TDK Corporation 2025 | Department | Document title | Confidential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17594FF-8F7F-195B-F671-27C456D03F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8F0FB66-3A07-8C70-5D23-2B8F5A7671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7375" y="1686081"/>
            <a:ext cx="11017250" cy="3010253"/>
          </a:xfrm>
        </p:spPr>
        <p:txBody>
          <a:bodyPr anchor="t" anchorCtr="0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</a:t>
            </a:r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3673262F-56CB-7C61-67DD-4BC253A68C5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5422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1_Chapter - Blue &amp; Diamo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984CF1D5-5D3B-77B5-AF10-809DBCB510B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0000">
                <a:srgbClr val="106FFF"/>
              </a:gs>
              <a:gs pos="17000">
                <a:schemeClr val="accent2"/>
              </a:gs>
              <a:gs pos="35000">
                <a:srgbClr val="2230FE"/>
              </a:gs>
              <a:gs pos="0">
                <a:srgbClr val="0046AD"/>
              </a:gs>
              <a:gs pos="95000">
                <a:srgbClr val="2DC1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27DCDF-039B-CECF-1431-5D39BA9889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1711" b="21415"/>
          <a:stretch>
            <a:fillRect/>
          </a:stretch>
        </p:blipFill>
        <p:spPr>
          <a:xfrm>
            <a:off x="5370416" y="0"/>
            <a:ext cx="6821584" cy="6858000"/>
          </a:xfrm>
          <a:custGeom>
            <a:avLst/>
            <a:gdLst>
              <a:gd name="connsiteX0" fmla="*/ 0 w 6821584"/>
              <a:gd name="connsiteY0" fmla="*/ 0 h 6858000"/>
              <a:gd name="connsiteX1" fmla="*/ 6821584 w 6821584"/>
              <a:gd name="connsiteY1" fmla="*/ 0 h 6858000"/>
              <a:gd name="connsiteX2" fmla="*/ 6821584 w 6821584"/>
              <a:gd name="connsiteY2" fmla="*/ 6858000 h 6858000"/>
              <a:gd name="connsiteX3" fmla="*/ 0 w 682158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21584" h="6858000">
                <a:moveTo>
                  <a:pt x="0" y="0"/>
                </a:moveTo>
                <a:lnTo>
                  <a:pt x="6821584" y="0"/>
                </a:lnTo>
                <a:lnTo>
                  <a:pt x="682158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157BA6D-E17A-52FF-3E82-03744B038D4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©︎ TDK Corporation 2025 | Department | Document title | Confidential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17594FF-8F7F-195B-F671-27C456D03F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3">
            <a:extLst>
              <a:ext uri="{FF2B5EF4-FFF2-40B4-BE49-F238E27FC236}">
                <a16:creationId xmlns:a16="http://schemas.microsoft.com/office/drawing/2014/main" id="{8D9DDD26-2AF8-B1CA-3A74-883983087A6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" r="27"/>
          <a:stretch/>
        </p:blipFill>
        <p:spPr>
          <a:xfrm rot="5400000">
            <a:off x="917296" y="272730"/>
            <a:ext cx="680764" cy="134060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F92C281-AEE0-8ABD-58CA-0A43CF9686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7375" y="1686081"/>
            <a:ext cx="11017250" cy="3010253"/>
          </a:xfrm>
        </p:spPr>
        <p:txBody>
          <a:bodyPr anchor="t" anchorCtr="0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</a:t>
            </a:r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FEA8E885-9BA5-9F07-A15A-22C0D60D74D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2687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3_Chapter - Purple &amp; Diamo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613779C5-FCB4-C11E-352D-6229E4D00FD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25">
                <a:schemeClr val="accent2"/>
              </a:gs>
              <a:gs pos="15000">
                <a:schemeClr val="accent2"/>
              </a:gs>
              <a:gs pos="0">
                <a:srgbClr val="0046AD"/>
              </a:gs>
              <a:gs pos="95000">
                <a:srgbClr val="C919F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70AA8E-50D7-D377-BCF9-EDB061E8E5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1711" b="21415"/>
          <a:stretch>
            <a:fillRect/>
          </a:stretch>
        </p:blipFill>
        <p:spPr>
          <a:xfrm>
            <a:off x="5370416" y="0"/>
            <a:ext cx="6821584" cy="6858000"/>
          </a:xfrm>
          <a:custGeom>
            <a:avLst/>
            <a:gdLst>
              <a:gd name="connsiteX0" fmla="*/ 0 w 6821584"/>
              <a:gd name="connsiteY0" fmla="*/ 0 h 6858000"/>
              <a:gd name="connsiteX1" fmla="*/ 6821584 w 6821584"/>
              <a:gd name="connsiteY1" fmla="*/ 0 h 6858000"/>
              <a:gd name="connsiteX2" fmla="*/ 6821584 w 6821584"/>
              <a:gd name="connsiteY2" fmla="*/ 6858000 h 6858000"/>
              <a:gd name="connsiteX3" fmla="*/ 0 w 682158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21584" h="6858000">
                <a:moveTo>
                  <a:pt x="0" y="0"/>
                </a:moveTo>
                <a:lnTo>
                  <a:pt x="6821584" y="0"/>
                </a:lnTo>
                <a:lnTo>
                  <a:pt x="682158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C204BBA-1CD3-A57C-5B4E-56E0E758D6A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" r="27"/>
          <a:stretch/>
        </p:blipFill>
        <p:spPr>
          <a:xfrm rot="5400000">
            <a:off x="917296" y="272730"/>
            <a:ext cx="680764" cy="1340607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157BA6D-E17A-52FF-3E82-03744B038D4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©︎ TDK Corporation 2025 | Department | Document title | Confidential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17594FF-8F7F-195B-F671-27C456D03F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8F0FB66-3A07-8C70-5D23-2B8F5A7671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7375" y="1686081"/>
            <a:ext cx="11017250" cy="3010253"/>
          </a:xfrm>
        </p:spPr>
        <p:txBody>
          <a:bodyPr anchor="t" anchorCtr="0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</a:t>
            </a:r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3673262F-56CB-7C61-67DD-4BC253A68C5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6482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4_Chapter - Green &amp; Diamo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5">
            <a:extLst>
              <a:ext uri="{FF2B5EF4-FFF2-40B4-BE49-F238E27FC236}">
                <a16:creationId xmlns:a16="http://schemas.microsoft.com/office/drawing/2014/main" id="{FEA35436-1892-0F20-1564-0D2B21FBBD2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7000">
                <a:srgbClr val="095DFF"/>
              </a:gs>
              <a:gs pos="55000">
                <a:srgbClr val="0087FF"/>
              </a:gs>
              <a:gs pos="15000">
                <a:srgbClr val="2230FE"/>
              </a:gs>
              <a:gs pos="0">
                <a:srgbClr val="0046AD"/>
              </a:gs>
              <a:gs pos="95000">
                <a:srgbClr val="26DE7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210B0A-EEC5-46EE-D174-7A304B1EC2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1711" b="21415"/>
          <a:stretch>
            <a:fillRect/>
          </a:stretch>
        </p:blipFill>
        <p:spPr>
          <a:xfrm>
            <a:off x="5370416" y="0"/>
            <a:ext cx="6821584" cy="6858000"/>
          </a:xfrm>
          <a:custGeom>
            <a:avLst/>
            <a:gdLst>
              <a:gd name="connsiteX0" fmla="*/ 0 w 6821584"/>
              <a:gd name="connsiteY0" fmla="*/ 0 h 6858000"/>
              <a:gd name="connsiteX1" fmla="*/ 6821584 w 6821584"/>
              <a:gd name="connsiteY1" fmla="*/ 0 h 6858000"/>
              <a:gd name="connsiteX2" fmla="*/ 6821584 w 6821584"/>
              <a:gd name="connsiteY2" fmla="*/ 6858000 h 6858000"/>
              <a:gd name="connsiteX3" fmla="*/ 0 w 682158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21584" h="6858000">
                <a:moveTo>
                  <a:pt x="0" y="0"/>
                </a:moveTo>
                <a:lnTo>
                  <a:pt x="6821584" y="0"/>
                </a:lnTo>
                <a:lnTo>
                  <a:pt x="682158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157BA6D-E17A-52FF-3E82-03744B038D4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17594FF-8F7F-195B-F671-27C456D03F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3">
            <a:extLst>
              <a:ext uri="{FF2B5EF4-FFF2-40B4-BE49-F238E27FC236}">
                <a16:creationId xmlns:a16="http://schemas.microsoft.com/office/drawing/2014/main" id="{7F5C7C94-6DD8-C036-FBC0-74DD6E8395C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" r="27"/>
          <a:stretch/>
        </p:blipFill>
        <p:spPr>
          <a:xfrm rot="5400000">
            <a:off x="917296" y="272730"/>
            <a:ext cx="680764" cy="134060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BA7852B-52CE-F060-9995-6F2D721D1A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7375" y="1686081"/>
            <a:ext cx="11017250" cy="3010253"/>
          </a:xfrm>
        </p:spPr>
        <p:txBody>
          <a:bodyPr anchor="t" anchorCtr="0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</a:t>
            </a:r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9FC37F60-617F-1A21-42C9-9DB6208DD33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114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5_Chapter - Purple &amp; Diamond Img.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BCC874CC-607C-CD8C-C525-71B83254CDF7}"/>
              </a:ext>
            </a:extLst>
          </p:cNvPr>
          <p:cNvSpPr/>
          <p:nvPr userDrawn="1"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94C234B9-6A7C-A69D-ACEB-01A8B7CF19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6012" r="49616"/>
          <a:stretch>
            <a:fillRect/>
          </a:stretch>
        </p:blipFill>
        <p:spPr>
          <a:xfrm>
            <a:off x="1669091" y="0"/>
            <a:ext cx="4426909" cy="6858000"/>
          </a:xfrm>
          <a:prstGeom prst="rect">
            <a:avLst/>
          </a:prstGeom>
        </p:spPr>
      </p:pic>
      <p:sp>
        <p:nvSpPr>
          <p:cNvPr id="5" name="図プレースホルダー 4">
            <a:extLst>
              <a:ext uri="{FF2B5EF4-FFF2-40B4-BE49-F238E27FC236}">
                <a16:creationId xmlns:a16="http://schemas.microsoft.com/office/drawing/2014/main" id="{1834B3E4-28E1-F62C-8030-9014B8C823B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096000" y="0"/>
            <a:ext cx="6096000" cy="6858000"/>
          </a:xfrm>
          <a:solidFill>
            <a:schemeClr val="bg2"/>
          </a:solidFill>
        </p:spPr>
        <p:txBody>
          <a:bodyPr/>
          <a:lstStyle>
            <a:lvl1pPr marL="0" indent="0" algn="l">
              <a:buFontTx/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Insert picture</a:t>
            </a:r>
          </a:p>
          <a:p>
            <a:endParaRPr kumimoji="1"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157BA6D-E17A-52FF-3E82-03744B038D4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17594FF-8F7F-195B-F671-27C456D03F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3">
            <a:extLst>
              <a:ext uri="{FF2B5EF4-FFF2-40B4-BE49-F238E27FC236}">
                <a16:creationId xmlns:a16="http://schemas.microsoft.com/office/drawing/2014/main" id="{47F925D9-EBEA-9DB9-AA7B-62C44BBA2C8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" r="27"/>
          <a:stretch/>
        </p:blipFill>
        <p:spPr>
          <a:xfrm rot="5400000">
            <a:off x="917296" y="272730"/>
            <a:ext cx="680764" cy="1340607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62A6959-81CA-DC59-0CD6-2ABE244374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7375" y="1686081"/>
            <a:ext cx="5184775" cy="3010253"/>
          </a:xfrm>
        </p:spPr>
        <p:txBody>
          <a:bodyPr anchor="t" anchorCtr="0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</a:t>
            </a: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830B94EB-EE23-60E1-474C-8FB52E625F2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5464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6_Chapter - Blue &amp; Diamond Img.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092166C7-A48B-C12A-855D-3C1D6ACD85A0}"/>
              </a:ext>
            </a:extLst>
          </p:cNvPr>
          <p:cNvSpPr/>
          <p:nvPr userDrawn="1"/>
        </p:nvSpPr>
        <p:spPr>
          <a:xfrm>
            <a:off x="1" y="0"/>
            <a:ext cx="6095999" cy="6858000"/>
          </a:xfrm>
          <a:prstGeom prst="rect">
            <a:avLst/>
          </a:prstGeom>
          <a:gradFill>
            <a:gsLst>
              <a:gs pos="60000">
                <a:srgbClr val="106FFF"/>
              </a:gs>
              <a:gs pos="17000">
                <a:schemeClr val="accent2"/>
              </a:gs>
              <a:gs pos="35000">
                <a:srgbClr val="2230FE"/>
              </a:gs>
              <a:gs pos="0">
                <a:srgbClr val="0046AD"/>
              </a:gs>
              <a:gs pos="95000">
                <a:srgbClr val="2DC1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図プレースホルダー 4">
            <a:extLst>
              <a:ext uri="{FF2B5EF4-FFF2-40B4-BE49-F238E27FC236}">
                <a16:creationId xmlns:a16="http://schemas.microsoft.com/office/drawing/2014/main" id="{6B479A4B-CDC6-05C2-9163-C9B01EA3E2C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096000" y="0"/>
            <a:ext cx="6096000" cy="6858000"/>
          </a:xfrm>
          <a:solidFill>
            <a:schemeClr val="bg2"/>
          </a:solidFill>
        </p:spPr>
        <p:txBody>
          <a:bodyPr/>
          <a:lstStyle>
            <a:lvl1pPr marL="0" indent="0" algn="ctr">
              <a:buFontTx/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Insert picture</a:t>
            </a:r>
          </a:p>
          <a:p>
            <a:endParaRPr kumimoji="1"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157BA6D-E17A-52FF-3E82-03744B038D4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17594FF-8F7F-195B-F671-27C456D03F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3F3DFDB9-D6A4-B131-C2D7-84272C7103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6012" r="49616"/>
          <a:stretch>
            <a:fillRect/>
          </a:stretch>
        </p:blipFill>
        <p:spPr>
          <a:xfrm>
            <a:off x="1669091" y="0"/>
            <a:ext cx="4426909" cy="6858000"/>
          </a:xfrm>
          <a:prstGeom prst="rect">
            <a:avLst/>
          </a:prstGeom>
        </p:spPr>
      </p:pic>
      <p:pic>
        <p:nvPicPr>
          <p:cNvPr id="12" name="Graphic 3">
            <a:extLst>
              <a:ext uri="{FF2B5EF4-FFF2-40B4-BE49-F238E27FC236}">
                <a16:creationId xmlns:a16="http://schemas.microsoft.com/office/drawing/2014/main" id="{2CDD604E-232E-8D7A-03CF-C2FED3496A2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" r="27"/>
          <a:stretch/>
        </p:blipFill>
        <p:spPr>
          <a:xfrm rot="5400000">
            <a:off x="917296" y="272730"/>
            <a:ext cx="680764" cy="1340607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C730B2FD-F78F-2129-3FF1-D3DA2B3E32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7375" y="1686081"/>
            <a:ext cx="5184775" cy="3010253"/>
          </a:xfrm>
        </p:spPr>
        <p:txBody>
          <a:bodyPr anchor="t" anchorCtr="0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</a:t>
            </a:r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8FC20A5E-1D0E-36F0-7338-2BEFAC1B495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2073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-7_Chapter - Purple &amp; Diamond Img.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BCC874CC-607C-CD8C-C525-71B83254CDF7}"/>
              </a:ext>
            </a:extLst>
          </p:cNvPr>
          <p:cNvSpPr/>
          <p:nvPr userDrawn="1"/>
        </p:nvSpPr>
        <p:spPr>
          <a:xfrm>
            <a:off x="0" y="0"/>
            <a:ext cx="6095999" cy="6858000"/>
          </a:xfrm>
          <a:prstGeom prst="rect">
            <a:avLst/>
          </a:prstGeom>
          <a:gradFill>
            <a:gsLst>
              <a:gs pos="29025">
                <a:schemeClr val="accent2"/>
              </a:gs>
              <a:gs pos="15000">
                <a:schemeClr val="accent2"/>
              </a:gs>
              <a:gs pos="0">
                <a:srgbClr val="0046AD"/>
              </a:gs>
              <a:gs pos="95000">
                <a:srgbClr val="C919F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94C234B9-6A7C-A69D-ACEB-01A8B7CF19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6012" r="49616"/>
          <a:stretch>
            <a:fillRect/>
          </a:stretch>
        </p:blipFill>
        <p:spPr>
          <a:xfrm>
            <a:off x="1669091" y="0"/>
            <a:ext cx="4426909" cy="6858000"/>
          </a:xfrm>
          <a:prstGeom prst="rect">
            <a:avLst/>
          </a:prstGeom>
        </p:spPr>
      </p:pic>
      <p:sp>
        <p:nvSpPr>
          <p:cNvPr id="5" name="図プレースホルダー 4">
            <a:extLst>
              <a:ext uri="{FF2B5EF4-FFF2-40B4-BE49-F238E27FC236}">
                <a16:creationId xmlns:a16="http://schemas.microsoft.com/office/drawing/2014/main" id="{1834B3E4-28E1-F62C-8030-9014B8C823B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096000" y="0"/>
            <a:ext cx="6096000" cy="6858000"/>
          </a:xfrm>
          <a:solidFill>
            <a:schemeClr val="bg2"/>
          </a:solidFill>
        </p:spPr>
        <p:txBody>
          <a:bodyPr/>
          <a:lstStyle>
            <a:lvl1pPr marL="0" indent="0" algn="ctr">
              <a:buFontTx/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Insert picture</a:t>
            </a:r>
          </a:p>
          <a:p>
            <a:endParaRPr kumimoji="1"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157BA6D-E17A-52FF-3E82-03744B038D4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17594FF-8F7F-195B-F671-27C456D03F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3">
            <a:extLst>
              <a:ext uri="{FF2B5EF4-FFF2-40B4-BE49-F238E27FC236}">
                <a16:creationId xmlns:a16="http://schemas.microsoft.com/office/drawing/2014/main" id="{47F925D9-EBEA-9DB9-AA7B-62C44BBA2C8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" r="27"/>
          <a:stretch/>
        </p:blipFill>
        <p:spPr>
          <a:xfrm rot="5400000">
            <a:off x="917296" y="272730"/>
            <a:ext cx="680764" cy="1340607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62A6959-81CA-DC59-0CD6-2ABE244374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7375" y="1686081"/>
            <a:ext cx="5184775" cy="3010253"/>
          </a:xfrm>
        </p:spPr>
        <p:txBody>
          <a:bodyPr anchor="t" anchorCtr="0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</a:t>
            </a: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830B94EB-EE23-60E1-474C-8FB52E625F2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0074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8_Chapter - Green &amp; Diamond Img.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5">
            <a:extLst>
              <a:ext uri="{FF2B5EF4-FFF2-40B4-BE49-F238E27FC236}">
                <a16:creationId xmlns:a16="http://schemas.microsoft.com/office/drawing/2014/main" id="{293B7CA4-8EAB-6FDB-5FB2-CD5079BC1C62}"/>
              </a:ext>
            </a:extLst>
          </p:cNvPr>
          <p:cNvSpPr/>
          <p:nvPr userDrawn="1"/>
        </p:nvSpPr>
        <p:spPr>
          <a:xfrm>
            <a:off x="0" y="0"/>
            <a:ext cx="6095999" cy="6858000"/>
          </a:xfrm>
          <a:prstGeom prst="rect">
            <a:avLst/>
          </a:prstGeom>
          <a:gradFill>
            <a:gsLst>
              <a:gs pos="60000">
                <a:srgbClr val="0087FF"/>
              </a:gs>
              <a:gs pos="15000">
                <a:srgbClr val="2230FE"/>
              </a:gs>
              <a:gs pos="0">
                <a:srgbClr val="0046AD"/>
              </a:gs>
              <a:gs pos="40000">
                <a:srgbClr val="0B52FF"/>
              </a:gs>
              <a:gs pos="95000">
                <a:srgbClr val="26DE7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図プレースホルダー 4">
            <a:extLst>
              <a:ext uri="{FF2B5EF4-FFF2-40B4-BE49-F238E27FC236}">
                <a16:creationId xmlns:a16="http://schemas.microsoft.com/office/drawing/2014/main" id="{35D8564B-9B56-394E-DF9E-C5EECE9F4EB1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096000" y="0"/>
            <a:ext cx="6096000" cy="6858000"/>
          </a:xfrm>
          <a:solidFill>
            <a:schemeClr val="bg2"/>
          </a:solidFill>
        </p:spPr>
        <p:txBody>
          <a:bodyPr/>
          <a:lstStyle>
            <a:lvl1pPr marL="0" indent="0" algn="l">
              <a:buFontTx/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Insert picture</a:t>
            </a:r>
          </a:p>
          <a:p>
            <a:endParaRPr kumimoji="1"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157BA6D-E17A-52FF-3E82-03744B038D4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17594FF-8F7F-195B-F671-27C456D03F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B993059-383A-4E40-2F88-6DC9707F1D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6012" r="49616"/>
          <a:stretch>
            <a:fillRect/>
          </a:stretch>
        </p:blipFill>
        <p:spPr>
          <a:xfrm>
            <a:off x="1669091" y="0"/>
            <a:ext cx="4426909" cy="685800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408E8B4E-AA6A-34FB-8ACB-9ACC3A1BDAC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" r="27"/>
          <a:stretch/>
        </p:blipFill>
        <p:spPr>
          <a:xfrm rot="5400000">
            <a:off x="917296" y="272730"/>
            <a:ext cx="680764" cy="134060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47BDCB3-D626-2C5D-2B84-B6DC267573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7375" y="1686081"/>
            <a:ext cx="5184775" cy="3010253"/>
          </a:xfrm>
        </p:spPr>
        <p:txBody>
          <a:bodyPr anchor="t" anchorCtr="0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</a:t>
            </a:r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681CA2E3-5F89-36EB-5CE0-A1DF4D6F158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695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1 Colored standard - Solid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1CE9078-0098-175C-BE71-CDE79982D6D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6BE3BC-81B3-E530-1E0F-0C26B5AFDE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7DFC8-1BC3-43DA-BCD5-916305E849D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AE3A3C9-C608-2087-F225-C2794EF0DD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E78CF30-4C17-56D3-EB40-E42B4A1937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152130"/>
            <a:ext cx="385894" cy="805481"/>
          </a:xfrm>
          <a:prstGeom prst="rightArrow">
            <a:avLst>
              <a:gd name="adj1" fmla="val 50000"/>
              <a:gd name="adj2" fmla="val 1394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821391A-BA33-0413-F703-AC35C7EFD3C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7374" y="1520824"/>
            <a:ext cx="11017250" cy="47529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8E0703A3-8222-EF81-8D85-F61F62679B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845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556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2 Colored standard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378F494E-1FB6-93A4-545C-0A1369A7C5A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0000">
                <a:srgbClr val="106FFF"/>
              </a:gs>
              <a:gs pos="17000">
                <a:schemeClr val="accent2"/>
              </a:gs>
              <a:gs pos="35000">
                <a:srgbClr val="2230FE"/>
              </a:gs>
              <a:gs pos="0">
                <a:srgbClr val="0046AD"/>
              </a:gs>
              <a:gs pos="95000">
                <a:srgbClr val="2DC1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6BE3BC-81B3-E530-1E0F-0C26B5AFDE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7DFC8-1BC3-43DA-BCD5-916305E849D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AE3A3C9-C608-2087-F225-C2794EF0DD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E78CF30-4C17-56D3-EB40-E42B4A1937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152130"/>
            <a:ext cx="385894" cy="805481"/>
          </a:xfrm>
          <a:prstGeom prst="rightArrow">
            <a:avLst>
              <a:gd name="adj1" fmla="val 50000"/>
              <a:gd name="adj2" fmla="val 1394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16E9BAF-1208-BD05-F437-5E37CC3B47A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7374" y="1520824"/>
            <a:ext cx="11017250" cy="47529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E36AB4FC-9BB1-65FD-B46E-6E40AB129B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074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556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3 Colored standard -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EE5815-F1E5-7779-2C4B-53E2E134B61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25">
                <a:schemeClr val="accent2"/>
              </a:gs>
              <a:gs pos="15000">
                <a:schemeClr val="accent2"/>
              </a:gs>
              <a:gs pos="0">
                <a:srgbClr val="0046AD"/>
              </a:gs>
              <a:gs pos="95000">
                <a:srgbClr val="C919F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6BE3BC-81B3-E530-1E0F-0C26B5AFDE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7DFC8-1BC3-43DA-BCD5-916305E849D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AE3A3C9-C608-2087-F225-C2794EF0DD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E78CF30-4C17-56D3-EB40-E42B4A1937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152130"/>
            <a:ext cx="385894" cy="805481"/>
          </a:xfrm>
          <a:prstGeom prst="rightArrow">
            <a:avLst>
              <a:gd name="adj1" fmla="val 50000"/>
              <a:gd name="adj2" fmla="val 1394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3A154A5-E59D-A167-08F5-7166E588DB0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7374" y="1520824"/>
            <a:ext cx="11017250" cy="47529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6D20FCD4-9EAE-2B94-F177-9782D0CC33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9672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556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4 Colored standard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50C6C37D-4E1A-47B7-D26D-CDB08F39A4B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5000">
                <a:srgbClr val="095DFF"/>
              </a:gs>
              <a:gs pos="55000">
                <a:srgbClr val="0087FF"/>
              </a:gs>
              <a:gs pos="15000">
                <a:srgbClr val="2230FE"/>
              </a:gs>
              <a:gs pos="0">
                <a:srgbClr val="0046AD"/>
              </a:gs>
              <a:gs pos="95000">
                <a:srgbClr val="26DE7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6BE3BC-81B3-E530-1E0F-0C26B5AFDE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7DFC8-1BC3-43DA-BCD5-916305E849D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AE3A3C9-C608-2087-F225-C2794EF0DD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E78CF30-4C17-56D3-EB40-E42B4A1937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152130"/>
            <a:ext cx="385894" cy="805481"/>
          </a:xfrm>
          <a:prstGeom prst="rightArrow">
            <a:avLst>
              <a:gd name="adj1" fmla="val 50000"/>
              <a:gd name="adj2" fmla="val 1394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F9A6220-5E3A-DD66-82DC-03DA83DD8E4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7374" y="1520824"/>
            <a:ext cx="11017250" cy="47529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67183F1E-859C-8512-0EDF-A56E38AE8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772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5564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1 Impact slide - Blue tone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F0B457-A517-646B-5DB0-F1EE81695B0B}"/>
              </a:ext>
            </a:extLst>
          </p:cNvPr>
          <p:cNvSpPr/>
          <p:nvPr userDrawn="1"/>
        </p:nvSpPr>
        <p:spPr>
          <a:xfrm rot="5400000">
            <a:off x="2666999" y="-2666999"/>
            <a:ext cx="6858004" cy="12191998"/>
          </a:xfrm>
          <a:prstGeom prst="rect">
            <a:avLst/>
          </a:prstGeom>
          <a:gradFill>
            <a:gsLst>
              <a:gs pos="67000">
                <a:srgbClr val="106FFF"/>
              </a:gs>
              <a:gs pos="17000">
                <a:schemeClr val="accent2"/>
              </a:gs>
              <a:gs pos="41000">
                <a:srgbClr val="2230FE"/>
              </a:gs>
              <a:gs pos="0">
                <a:srgbClr val="0046AD"/>
              </a:gs>
              <a:gs pos="95000">
                <a:srgbClr val="2DC1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EB7D91DF-2644-FF2D-437E-BEEAABD3EAD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-3" y="-2"/>
            <a:ext cx="12192000" cy="6858000"/>
          </a:xfrm>
          <a:noFill/>
        </p:spPr>
        <p:txBody>
          <a:bodyPr tIns="864000" rIns="108000" anchor="ctr" anchorCtr="0"/>
          <a:lstStyle>
            <a:lvl1pPr marL="0" indent="0" algn="ctr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</a:t>
            </a:r>
            <a:br>
              <a:rPr lang="en-US" dirty="0"/>
            </a:br>
            <a:r>
              <a:rPr lang="en-US" altLang="ja-JP" dirty="0"/>
              <a:t>Change picture transparency for color toning effect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17534FC-2B7A-F2A0-C7DD-00F10CD7E9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152130"/>
            <a:ext cx="385894" cy="805481"/>
          </a:xfrm>
          <a:prstGeom prst="rightArrow">
            <a:avLst>
              <a:gd name="adj1" fmla="val 50000"/>
              <a:gd name="adj2" fmla="val 1394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Tx/>
              <a:buNone/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C90F84-6418-2B9D-9740-D23912BBED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302E2B2F-2F59-314F-0A71-7BB133DB7E2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©︎ TDK Corporation 2025 | Department | Document title | Confidential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F5F9345-FF18-0949-B82C-EC7F31DA15B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BAF2FBA-2F6C-3B31-B065-73CF5894D976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541853" y="6384215"/>
            <a:ext cx="2119215" cy="323723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9466750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2 Impact slide - Purple tone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424C96DF-5971-14FD-D508-7BBE104FC7EF}"/>
              </a:ext>
            </a:extLst>
          </p:cNvPr>
          <p:cNvSpPr/>
          <p:nvPr userDrawn="1"/>
        </p:nvSpPr>
        <p:spPr>
          <a:xfrm rot="5400000">
            <a:off x="2666999" y="-2666997"/>
            <a:ext cx="6858001" cy="12191999"/>
          </a:xfrm>
          <a:prstGeom prst="rect">
            <a:avLst/>
          </a:prstGeom>
          <a:gradFill>
            <a:gsLst>
              <a:gs pos="29025">
                <a:schemeClr val="accent2"/>
              </a:gs>
              <a:gs pos="15000">
                <a:schemeClr val="accent2"/>
              </a:gs>
              <a:gs pos="0">
                <a:srgbClr val="0046AD"/>
              </a:gs>
              <a:gs pos="95000">
                <a:srgbClr val="C919F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EB7D91DF-2644-FF2D-437E-BEEAABD3EAD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-3" y="0"/>
            <a:ext cx="12192000" cy="6858000"/>
          </a:xfrm>
          <a:noFill/>
        </p:spPr>
        <p:txBody>
          <a:bodyPr tIns="864000" rIns="108000" anchor="ctr" anchorCtr="0"/>
          <a:lstStyle>
            <a:lvl1pPr marL="0" indent="0" algn="ctr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</a:t>
            </a:r>
            <a:br>
              <a:rPr lang="en-US" dirty="0"/>
            </a:br>
            <a:r>
              <a:rPr lang="en-US" altLang="ja-JP" dirty="0"/>
              <a:t>Change picture transparency for color toning effect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17534FC-2B7A-F2A0-C7DD-00F10CD7E9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152130"/>
            <a:ext cx="385894" cy="805481"/>
          </a:xfrm>
          <a:prstGeom prst="rightArrow">
            <a:avLst>
              <a:gd name="adj1" fmla="val 50000"/>
              <a:gd name="adj2" fmla="val 1394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Tx/>
              <a:buNone/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C90F84-6418-2B9D-9740-D23912BBED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302E2B2F-2F59-314F-0A71-7BB133DB7E2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©︎ TDK Corporation 2025 | Department | Document title | Confidential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F5F9345-FF18-0949-B82C-EC7F31DA15B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BAF2FBA-2F6C-3B31-B065-73CF5894D976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541853" y="6384215"/>
            <a:ext cx="2119215" cy="323723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05111562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3 Impact slide - Green tone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6AE7E007-00FA-9145-77A1-1E6149890572}"/>
              </a:ext>
            </a:extLst>
          </p:cNvPr>
          <p:cNvSpPr/>
          <p:nvPr userDrawn="1"/>
        </p:nvSpPr>
        <p:spPr>
          <a:xfrm rot="5400000">
            <a:off x="2666997" y="-2668990"/>
            <a:ext cx="6858001" cy="12191997"/>
          </a:xfrm>
          <a:prstGeom prst="rect">
            <a:avLst/>
          </a:prstGeom>
          <a:gradFill>
            <a:gsLst>
              <a:gs pos="35000">
                <a:srgbClr val="095DFF"/>
              </a:gs>
              <a:gs pos="55000">
                <a:srgbClr val="0087FF"/>
              </a:gs>
              <a:gs pos="15000">
                <a:srgbClr val="2230FE"/>
              </a:gs>
              <a:gs pos="0">
                <a:srgbClr val="0046AD"/>
              </a:gs>
              <a:gs pos="95000">
                <a:srgbClr val="26DE7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EB7D91DF-2644-FF2D-437E-BEEAABD3EAD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-3" y="0"/>
            <a:ext cx="12192000" cy="6858000"/>
          </a:xfrm>
          <a:noFill/>
        </p:spPr>
        <p:txBody>
          <a:bodyPr tIns="864000" rIns="108000" anchor="ctr" anchorCtr="0"/>
          <a:lstStyle>
            <a:lvl1pPr marL="0" indent="0" algn="ctr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</a:t>
            </a:r>
            <a:br>
              <a:rPr lang="en-US" dirty="0"/>
            </a:br>
            <a:r>
              <a:rPr lang="en-US" altLang="ja-JP" dirty="0"/>
              <a:t>Change picture transparency for color toning effect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17534FC-2B7A-F2A0-C7DD-00F10CD7E9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152130"/>
            <a:ext cx="385894" cy="805481"/>
          </a:xfrm>
          <a:prstGeom prst="rightArrow">
            <a:avLst>
              <a:gd name="adj1" fmla="val 50000"/>
              <a:gd name="adj2" fmla="val 1394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Tx/>
              <a:buNone/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C90F84-6418-2B9D-9740-D23912BBED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302E2B2F-2F59-314F-0A71-7BB133DB7E2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©︎ TDK Corporation 2025 | Department | Document title | Confidential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F5F9345-FF18-0949-B82C-EC7F31DA15B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BAF2FBA-2F6C-3B31-B065-73CF5894D976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541853" y="6384215"/>
            <a:ext cx="2119215" cy="323723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414089205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-4 Impact slide Full Img. 1 s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B6E4E7-2CF0-E986-5CAF-0FEF9643A2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864000" anchor="ctr" anchorCtr="0"/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0C470E1D-EB07-0853-3CAF-19F121EAEC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01460" y="1848496"/>
            <a:ext cx="1422893" cy="280205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sp>
        <p:nvSpPr>
          <p:cNvPr id="16" name="Slide Number Placeholder 14">
            <a:extLst>
              <a:ext uri="{FF2B5EF4-FFF2-40B4-BE49-F238E27FC236}">
                <a16:creationId xmlns:a16="http://schemas.microsoft.com/office/drawing/2014/main" id="{362BC536-CB85-FFFF-F331-37EF947080C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5659" y="6544221"/>
            <a:ext cx="39896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EF0F5FD7-3476-8768-E5B4-6767164484F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920474" y="6544221"/>
            <a:ext cx="628518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C66D7CF3-F035-1862-CC7D-AB5B8DDDA046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541853" y="6384215"/>
            <a:ext cx="2119215" cy="323723"/>
          </a:xfr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404216120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5 Impact slide Full 1mg. 1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B6E4E7-2CF0-E986-5CAF-0FEF9643A2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864000" anchor="ctr" anchorCtr="0"/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0C470E1D-EB07-0853-3CAF-19F121EAEC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5400000">
            <a:off x="5384553" y="831244"/>
            <a:ext cx="1422893" cy="280205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sp>
        <p:nvSpPr>
          <p:cNvPr id="16" name="Slide Number Placeholder 14">
            <a:extLst>
              <a:ext uri="{FF2B5EF4-FFF2-40B4-BE49-F238E27FC236}">
                <a16:creationId xmlns:a16="http://schemas.microsoft.com/office/drawing/2014/main" id="{362BC536-CB85-FFFF-F331-37EF947080C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5659" y="6544221"/>
            <a:ext cx="39896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EF0F5FD7-3476-8768-E5B4-6767164484F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920474" y="6544221"/>
            <a:ext cx="628518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C66D7CF3-F035-1862-CC7D-AB5B8DDDA046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541853" y="6384215"/>
            <a:ext cx="2119215" cy="323723"/>
          </a:xfr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42846453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6 Impact slide Full Img. 2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B6E4E7-2CF0-E986-5CAF-0FEF9643A2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864000" anchor="ctr" anchorCtr="0"/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17594FF-8F7F-195B-F671-27C456D03F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5" name="Footer Placeholder 7">
            <a:extLst>
              <a:ext uri="{FF2B5EF4-FFF2-40B4-BE49-F238E27FC236}">
                <a16:creationId xmlns:a16="http://schemas.microsoft.com/office/drawing/2014/main" id="{0A0409E2-2795-18FF-8B8D-0B302EA0D83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920474" y="6544221"/>
            <a:ext cx="628518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D59676F-01B6-273C-8F8A-B8774A843C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flipH="1">
            <a:off x="10753398" y="2527427"/>
            <a:ext cx="922665" cy="1816974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F3E4B67-CF85-08E3-C87B-B00FE06AA9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2527427"/>
            <a:ext cx="922665" cy="1816974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457F3AAA-B49E-D28C-7F35-0C8A5308B82F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541853" y="6384215"/>
            <a:ext cx="2119215" cy="323723"/>
          </a:xfr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13354562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7 Impact slide Full Img. 2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B6E4E7-2CF0-E986-5CAF-0FEF9643A2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864000" anchor="ctr" anchorCtr="0"/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D59676F-01B6-273C-8F8A-B8774A843C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5400000" flipH="1">
            <a:off x="5650032" y="3692358"/>
            <a:ext cx="922665" cy="1816974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F3E4B67-CF85-08E3-C87B-B00FE06AA9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5400000">
            <a:off x="5650032" y="1274527"/>
            <a:ext cx="922665" cy="1816974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sp>
        <p:nvSpPr>
          <p:cNvPr id="19" name="Slide Number Placeholder 14">
            <a:extLst>
              <a:ext uri="{FF2B5EF4-FFF2-40B4-BE49-F238E27FC236}">
                <a16:creationId xmlns:a16="http://schemas.microsoft.com/office/drawing/2014/main" id="{C60474AB-C1F3-2763-E4F5-FF81F8A08DA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5659" y="6544221"/>
            <a:ext cx="39896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2A77143D-5B23-405E-09E1-1DFB1973369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920474" y="6544221"/>
            <a:ext cx="628518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EF0732FB-EC8F-20D3-9BDF-AD75C83E841A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541853" y="6384215"/>
            <a:ext cx="2119215" cy="323723"/>
          </a:xfr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8187910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8 Impact slide Full img. No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B6E4E7-2CF0-E986-5CAF-0FEF9643A2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864000" anchor="ctr" anchorCtr="0"/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16" name="Slide Number Placeholder 14">
            <a:extLst>
              <a:ext uri="{FF2B5EF4-FFF2-40B4-BE49-F238E27FC236}">
                <a16:creationId xmlns:a16="http://schemas.microsoft.com/office/drawing/2014/main" id="{362BC536-CB85-FFFF-F331-37EF947080C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5659" y="6544221"/>
            <a:ext cx="39896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EF0F5FD7-3476-8768-E5B4-6767164484F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920474" y="6544221"/>
            <a:ext cx="628518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C66D7CF3-F035-1862-CC7D-AB5B8DDDA046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541853" y="6384215"/>
            <a:ext cx="2119215" cy="323723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73516485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-2 End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BD360AB0-9CBD-B97C-F465-6194F7383E2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0000">
                <a:srgbClr val="106FFF"/>
              </a:gs>
              <a:gs pos="17000">
                <a:schemeClr val="accent2"/>
              </a:gs>
              <a:gs pos="35000">
                <a:srgbClr val="2230FE"/>
              </a:gs>
              <a:gs pos="0">
                <a:srgbClr val="0046AD"/>
              </a:gs>
              <a:gs pos="95000">
                <a:srgbClr val="2DC1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2" name="Graphic 5">
            <a:extLst>
              <a:ext uri="{FF2B5EF4-FFF2-40B4-BE49-F238E27FC236}">
                <a16:creationId xmlns:a16="http://schemas.microsoft.com/office/drawing/2014/main" id="{028DD3B7-CC57-478E-1E9C-6EF5093A55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2336" y="2791650"/>
            <a:ext cx="3556684" cy="129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7285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-2 End -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B09A0785-DC8A-8389-90FF-3C1E668C3FE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25">
                <a:schemeClr val="accent2"/>
              </a:gs>
              <a:gs pos="15000">
                <a:schemeClr val="accent2"/>
              </a:gs>
              <a:gs pos="0">
                <a:srgbClr val="0046AD"/>
              </a:gs>
              <a:gs pos="95000">
                <a:srgbClr val="C919F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3EABF24-5669-0CDD-7E43-106889485A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2336" y="2791650"/>
            <a:ext cx="3556684" cy="129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76854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-3 End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>
            <a:extLst>
              <a:ext uri="{FF2B5EF4-FFF2-40B4-BE49-F238E27FC236}">
                <a16:creationId xmlns:a16="http://schemas.microsoft.com/office/drawing/2014/main" id="{53F5891C-AC72-1D5F-84FE-86FFD366EEF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5000">
                <a:srgbClr val="095DFF"/>
              </a:gs>
              <a:gs pos="55000">
                <a:srgbClr val="0087FF"/>
              </a:gs>
              <a:gs pos="15000">
                <a:srgbClr val="2230FE"/>
              </a:gs>
              <a:gs pos="0">
                <a:srgbClr val="0046AD"/>
              </a:gs>
              <a:gs pos="95000">
                <a:srgbClr val="26DE7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2" name="Graphic 5">
            <a:extLst>
              <a:ext uri="{FF2B5EF4-FFF2-40B4-BE49-F238E27FC236}">
                <a16:creationId xmlns:a16="http://schemas.microsoft.com/office/drawing/2014/main" id="{E45E1BC7-78E6-CC9D-788A-DDA60C0691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2336" y="2791650"/>
            <a:ext cx="3556684" cy="129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629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-4 End - TDK Blue">
    <p:bg>
      <p:bgPr>
        <a:solidFill>
          <a:srgbClr val="0046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4B40396-8070-AD66-585C-0F6C248403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9194" y="6544221"/>
            <a:ext cx="1441280" cy="16164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7DD57FDA-C3D7-4863-B8D2-E7422D6B54FE}" type="datetime1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49B3117-24B2-555F-E247-0B5C2FC3D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©︎ TDK Corporation 2025 | Department | Document title | Confidential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4E5F2BD-29E6-B962-1A6D-3371C2414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459091-8AF1-E319-E61E-60550C3339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0F452CD0-F828-E815-37B6-64A20DFA8D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2336" y="2791650"/>
            <a:ext cx="3556684" cy="129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7038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-5 End - White">
    <p:bg>
      <p:bgPr>
        <a:solidFill>
          <a:srgbClr val="0046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4B40396-8070-AD66-585C-0F6C248403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9194" y="6544221"/>
            <a:ext cx="1441280" cy="16164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7DD57FDA-C3D7-4863-B8D2-E7422D6B54FE}" type="datetime1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49B3117-24B2-555F-E247-0B5C2FC3D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©︎ TDK Corporation 2025 | Department | Document title | Confidential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4E5F2BD-29E6-B962-1A6D-3371C2414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459091-8AF1-E319-E61E-60550C3339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6056BA-BF18-B08E-BA8E-2139BC19BB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71850" y="2655303"/>
            <a:ext cx="4248299" cy="154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15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E118B2-1A34-1FEC-017F-B8F900D76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4" y="334206"/>
            <a:ext cx="11017250" cy="914956"/>
          </a:xfrm>
          <a:prstGeom prst="rect">
            <a:avLst/>
          </a:prstGeom>
        </p:spPr>
        <p:txBody>
          <a:bodyPr vert="horz" lIns="0" tIns="72000" rIns="91440" bIns="45720" rtlCol="0" anchor="t" anchorCtr="0">
            <a:noAutofit/>
          </a:bodyPr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B85238-48ED-1491-DCD4-E91086A98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4" y="1700213"/>
            <a:ext cx="11017249" cy="4573587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 (20pt)</a:t>
            </a:r>
          </a:p>
          <a:p>
            <a:pPr lvl="1"/>
            <a:r>
              <a:rPr lang="en-US" dirty="0"/>
              <a:t>Second level (18pt)</a:t>
            </a:r>
          </a:p>
          <a:p>
            <a:pPr lvl="2"/>
            <a:r>
              <a:rPr lang="en-US" dirty="0"/>
              <a:t>Third level (16pt)</a:t>
            </a:r>
          </a:p>
          <a:p>
            <a:pPr lvl="3"/>
            <a:r>
              <a:rPr lang="en-US" dirty="0"/>
              <a:t>Fourth level (14pt)</a:t>
            </a:r>
          </a:p>
          <a:p>
            <a:pPr lvl="4"/>
            <a:r>
              <a:rPr lang="en-US" dirty="0"/>
              <a:t>Fifth level (12pt）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25419-C6AA-A239-202D-F746F79371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474" y="6544221"/>
            <a:ext cx="6285185" cy="1616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916A1-FD63-1B13-A9EC-54A0B2FAA8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5659" y="6544221"/>
            <a:ext cx="398965" cy="16164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780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3" r:id="rId2"/>
    <p:sldLayoutId id="2147483805" r:id="rId3"/>
    <p:sldLayoutId id="2147483806" r:id="rId4"/>
    <p:sldLayoutId id="2147483763" r:id="rId5"/>
    <p:sldLayoutId id="2147483765" r:id="rId6"/>
    <p:sldLayoutId id="2147483796" r:id="rId7"/>
    <p:sldLayoutId id="2147483742" r:id="rId8"/>
    <p:sldLayoutId id="2147483668" r:id="rId9"/>
    <p:sldLayoutId id="2147483670" r:id="rId10"/>
    <p:sldLayoutId id="2147483802" r:id="rId11"/>
    <p:sldLayoutId id="2147483681" r:id="rId12"/>
    <p:sldLayoutId id="2147483684" r:id="rId13"/>
    <p:sldLayoutId id="2147483757" r:id="rId14"/>
    <p:sldLayoutId id="2147483758" r:id="rId15"/>
    <p:sldLayoutId id="2147483797" r:id="rId16"/>
    <p:sldLayoutId id="2147483762" r:id="rId17"/>
    <p:sldLayoutId id="2147483798" r:id="rId18"/>
    <p:sldLayoutId id="2147483799" r:id="rId19"/>
    <p:sldLayoutId id="2147483800" r:id="rId20"/>
    <p:sldLayoutId id="2147483810" r:id="rId21"/>
    <p:sldLayoutId id="2147483801" r:id="rId22"/>
    <p:sldLayoutId id="2147483780" r:id="rId23"/>
    <p:sldLayoutId id="2147483781" r:id="rId24"/>
    <p:sldLayoutId id="2147483813" r:id="rId25"/>
    <p:sldLayoutId id="2147483784" r:id="rId26"/>
    <p:sldLayoutId id="2147483753" r:id="rId27"/>
    <p:sldLayoutId id="2147483785" r:id="rId28"/>
    <p:sldLayoutId id="2147483776" r:id="rId29"/>
    <p:sldLayoutId id="2147483795" r:id="rId30"/>
    <p:sldLayoutId id="2147483654" r:id="rId31"/>
    <p:sldLayoutId id="2147483808" r:id="rId32"/>
    <p:sldLayoutId id="2147483809" r:id="rId33"/>
    <p:sldLayoutId id="2147483812" r:id="rId34"/>
    <p:sldLayoutId id="2147483761" r:id="rId35"/>
    <p:sldLayoutId id="2147483759" r:id="rId36"/>
    <p:sldLayoutId id="2147483760" r:id="rId37"/>
    <p:sldLayoutId id="2147483811" r:id="rId38"/>
    <p:sldLayoutId id="2147483787" r:id="rId39"/>
    <p:sldLayoutId id="2147483777" r:id="rId40"/>
    <p:sldLayoutId id="2147483788" r:id="rId41"/>
    <p:sldLayoutId id="2147483703" r:id="rId42"/>
    <p:sldLayoutId id="2147483718" r:id="rId4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9088" indent="-319088" algn="l" defTabSz="914400" rtl="0" eaLnBrk="1" latinLnBrk="0" hangingPunct="1">
        <a:lnSpc>
          <a:spcPct val="100000"/>
        </a:lnSpc>
        <a:spcBef>
          <a:spcPts val="900"/>
        </a:spcBef>
        <a:buFont typeface="Wingdings 3" panose="05040102010807070707" pitchFamily="18" charset="2"/>
        <a:buChar char=""/>
        <a:tabLst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19075" algn="l" defTabSz="914400" rtl="0" eaLnBrk="1" latinLnBrk="0" hangingPunct="1">
        <a:lnSpc>
          <a:spcPct val="100000"/>
        </a:lnSpc>
        <a:spcBef>
          <a:spcPts val="900"/>
        </a:spcBef>
        <a:buFont typeface="Wingdings 3" panose="05040102010807070707" pitchFamily="18" charset="2"/>
        <a:buChar char="}"/>
        <a:tabLst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57238" indent="-219075" algn="l" defTabSz="914400" rtl="0" eaLnBrk="1" latinLnBrk="0" hangingPunct="1">
        <a:lnSpc>
          <a:spcPct val="100000"/>
        </a:lnSpc>
        <a:spcBef>
          <a:spcPts val="900"/>
        </a:spcBef>
        <a:buFont typeface="Wingdings 3" panose="05040102010807070707" pitchFamily="18" charset="2"/>
        <a:buChar char="}"/>
        <a:tabLst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757238" indent="-219075" algn="l" defTabSz="914400" rtl="0" eaLnBrk="1" latinLnBrk="0" hangingPunct="1">
        <a:lnSpc>
          <a:spcPct val="100000"/>
        </a:lnSpc>
        <a:spcBef>
          <a:spcPts val="900"/>
        </a:spcBef>
        <a:buFont typeface="Wingdings 3" panose="05040102010807070707" pitchFamily="18" charset="2"/>
        <a:buChar char="}"/>
        <a:tabLst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57238" indent="-219075" algn="l" defTabSz="914400" rtl="0" eaLnBrk="1" latinLnBrk="0" hangingPunct="1">
        <a:lnSpc>
          <a:spcPct val="100000"/>
        </a:lnSpc>
        <a:spcBef>
          <a:spcPts val="900"/>
        </a:spcBef>
        <a:buFont typeface="Wingdings 3" panose="05040102010807070707" pitchFamily="18" charset="2"/>
        <a:buChar char="}"/>
        <a:tabLst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757238" indent="-219075" algn="l" defTabSz="914400" rtl="0" eaLnBrk="1" latinLnBrk="0" hangingPunct="1">
        <a:lnSpc>
          <a:spcPct val="100000"/>
        </a:lnSpc>
        <a:spcBef>
          <a:spcPts val="900"/>
        </a:spcBef>
        <a:buFont typeface="Wingdings 3" panose="05040102010807070707" pitchFamily="18" charset="2"/>
        <a:buChar char="}"/>
        <a:tabLst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757238" indent="-219075" algn="l" defTabSz="914400" rtl="0" eaLnBrk="1" latinLnBrk="0" hangingPunct="1">
        <a:lnSpc>
          <a:spcPct val="100000"/>
        </a:lnSpc>
        <a:spcBef>
          <a:spcPts val="900"/>
        </a:spcBef>
        <a:buFont typeface="Wingdings 3" panose="05040102010807070707" pitchFamily="18" charset="2"/>
        <a:buChar char="}"/>
        <a:tabLst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757238" indent="-219075" algn="l" defTabSz="914400" rtl="0" eaLnBrk="1" latinLnBrk="0" hangingPunct="1">
        <a:lnSpc>
          <a:spcPct val="100000"/>
        </a:lnSpc>
        <a:spcBef>
          <a:spcPts val="900"/>
        </a:spcBef>
        <a:buFont typeface="Wingdings 3" panose="05040102010807070707" pitchFamily="18" charset="2"/>
        <a:buChar char="}"/>
        <a:tabLst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757238" indent="-219075" algn="l" defTabSz="914400" rtl="0" eaLnBrk="1" latinLnBrk="0" hangingPunct="1">
        <a:lnSpc>
          <a:spcPct val="100000"/>
        </a:lnSpc>
        <a:spcBef>
          <a:spcPts val="900"/>
        </a:spcBef>
        <a:buFont typeface="Wingdings 3" panose="05040102010807070707" pitchFamily="18" charset="2"/>
        <a:buChar char="}"/>
        <a:tabLst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70" userDrawn="1">
          <p15:clr>
            <a:srgbClr val="F26B43"/>
          </p15:clr>
        </p15:guide>
        <p15:guide id="4" pos="7310" userDrawn="1">
          <p15:clr>
            <a:srgbClr val="F26B43"/>
          </p15:clr>
        </p15:guide>
        <p15:guide id="5" orient="horz" pos="3952" userDrawn="1">
          <p15:clr>
            <a:srgbClr val="F26B43"/>
          </p15:clr>
        </p15:guide>
        <p15:guide id="6" orient="horz" pos="1071" userDrawn="1">
          <p15:clr>
            <a:srgbClr val="F26B43"/>
          </p15:clr>
        </p15:guide>
        <p15:guide id="7" orient="horz" pos="210" userDrawn="1">
          <p15:clr>
            <a:srgbClr val="F26B43"/>
          </p15:clr>
        </p15:guide>
        <p15:guide id="8" orient="horz" pos="4201" userDrawn="1">
          <p15:clr>
            <a:srgbClr val="F26B43"/>
          </p15:clr>
        </p15:guide>
        <p15:guide id="9" pos="4044" userDrawn="1">
          <p15:clr>
            <a:srgbClr val="F26B43"/>
          </p15:clr>
        </p15:guide>
        <p15:guide id="10" pos="3636" userDrawn="1">
          <p15:clr>
            <a:srgbClr val="F26B43"/>
          </p15:clr>
        </p15:guide>
        <p15:guide id="11" pos="3727" userDrawn="1">
          <p15:clr>
            <a:srgbClr val="F26B43"/>
          </p15:clr>
        </p15:guide>
        <p15:guide id="12" orient="horz" pos="2047" userDrawn="1">
          <p15:clr>
            <a:srgbClr val="F26B43"/>
          </p15:clr>
        </p15:guide>
        <p15:guide id="13" orient="horz" pos="3974" userDrawn="1">
          <p15:clr>
            <a:srgbClr val="F26B43"/>
          </p15:clr>
        </p15:guide>
        <p15:guide id="14" orient="horz" pos="41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jfif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jpeg"/><Relationship Id="rId9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cserver.org/highway-signs2/s/success.html" TargetMode="External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creativecommons.org/licenses/by-sa/3.0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icture Placeholder 1">
            <a:extLst>
              <a:ext uri="{FF2B5EF4-FFF2-40B4-BE49-F238E27FC236}">
                <a16:creationId xmlns:a16="http://schemas.microsoft.com/office/drawing/2014/main" id="{D73DD3BE-9188-17BD-0027-49BDA91985E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167680" y="0"/>
            <a:ext cx="11114901" cy="6857999"/>
          </a:xfrm>
        </p:spPr>
        <p:txBody>
          <a:bodyPr/>
          <a:lstStyle/>
          <a:p>
            <a:endParaRPr lang="en-PH"/>
          </a:p>
        </p:txBody>
      </p:sp>
      <p:sp>
        <p:nvSpPr>
          <p:cNvPr id="48" name="Title 2">
            <a:extLst>
              <a:ext uri="{FF2B5EF4-FFF2-40B4-BE49-F238E27FC236}">
                <a16:creationId xmlns:a16="http://schemas.microsoft.com/office/drawing/2014/main" id="{9072EC8F-51EE-CC83-6E7F-C2F7D12A33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56221" y="2403178"/>
            <a:ext cx="5668099" cy="925560"/>
          </a:xfrm>
        </p:spPr>
        <p:txBody>
          <a:bodyPr/>
          <a:lstStyle/>
          <a:p>
            <a:r>
              <a:rPr lang="en-US" dirty="0"/>
              <a:t>T130 Achievements</a:t>
            </a:r>
            <a:br>
              <a:rPr lang="en-US" dirty="0"/>
            </a:br>
            <a:r>
              <a:rPr lang="en-US" dirty="0"/>
              <a:t>T131 Target Goal</a:t>
            </a:r>
            <a:br>
              <a:rPr lang="en-US" dirty="0"/>
            </a:br>
            <a:r>
              <a:rPr lang="en-US" dirty="0"/>
              <a:t>Dream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A94966-A0D6-648C-8CC4-6F0CBB809DF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411906" y="6544221"/>
            <a:ext cx="6285185" cy="161649"/>
          </a:xfrm>
        </p:spPr>
        <p:txBody>
          <a:bodyPr anchor="ctr">
            <a:normAutofit fontScale="62500" lnSpcReduction="20000"/>
          </a:bodyPr>
          <a:lstStyle/>
          <a:p>
            <a:r>
              <a:rPr lang="en-US" sz="800" dirty="0"/>
              <a:t>©︎ TDK Corporation 2025 | BMS| BMS SPECIAL ACTIVITY REPORT WW25| Confidential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E20CEB2F-89CC-9950-897C-399CEFC543F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675329" y="1887303"/>
            <a:ext cx="1013677" cy="186525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platzhalter 50">
            <a:extLst>
              <a:ext uri="{FF2B5EF4-FFF2-40B4-BE49-F238E27FC236}">
                <a16:creationId xmlns:a16="http://schemas.microsoft.com/office/drawing/2014/main" id="{09EEA3F6-537E-9482-B7A7-77C5B7DD5D9C}"/>
              </a:ext>
            </a:extLst>
          </p:cNvPr>
          <p:cNvSpPr txBox="1">
            <a:spLocks noGrp="1"/>
          </p:cNvSpPr>
          <p:nvPr>
            <p:ph type="body" sz="quarter" idx="20"/>
          </p:nvPr>
        </p:nvSpPr>
        <p:spPr>
          <a:xfrm>
            <a:off x="9037201" y="6108356"/>
            <a:ext cx="3503612" cy="379412"/>
          </a:xfrm>
          <a:prstGeom prst="rect">
            <a:avLst/>
          </a:prstGeom>
          <a:ln>
            <a:noFill/>
          </a:ln>
        </p:spPr>
        <p:txBody>
          <a:bodyPr vert="horz" lIns="0" tIns="0" rIns="0" bIns="0" anchor="b" anchorCtr="0"/>
          <a:lstStyle>
            <a:lvl1pPr algn="l" defTabSz="863600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Symbol" pitchFamily="18" charset="2"/>
              <a:defRPr sz="1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180975" indent="-179388" algn="l" defTabSz="863600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accent6"/>
              </a:buClr>
              <a:buFont typeface="Arial" panose="020B0604020202020204" pitchFamily="34" charset="0"/>
              <a:buChar char="●"/>
              <a:defRPr sz="1600">
                <a:solidFill>
                  <a:schemeClr val="tx1"/>
                </a:solidFill>
                <a:latin typeface="+mn-lt"/>
              </a:defRPr>
            </a:lvl2pPr>
            <a:lvl3pPr marL="360000" indent="-180000" algn="l" defTabSz="863600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Ø"/>
              <a:defRPr sz="1600">
                <a:solidFill>
                  <a:schemeClr val="tx1"/>
                </a:solidFill>
                <a:latin typeface="+mn-lt"/>
              </a:defRPr>
            </a:lvl3pPr>
            <a:lvl4pPr marL="540000" indent="-180000" algn="l" defTabSz="863600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○"/>
              <a:defRPr sz="1600">
                <a:solidFill>
                  <a:schemeClr val="tx1"/>
                </a:solidFill>
                <a:latin typeface="+mn-lt"/>
              </a:defRPr>
            </a:lvl4pPr>
            <a:lvl5pPr marL="2706688" indent="-268288" algn="l" defTabSz="8636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9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+mn-lt"/>
              </a:defRPr>
            </a:lvl5pPr>
            <a:lvl6pPr marL="3163888" indent="-268288" algn="l" defTabSz="863600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9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+mn-lt"/>
              </a:defRPr>
            </a:lvl6pPr>
            <a:lvl7pPr marL="3621088" indent="-268288" algn="l" defTabSz="863600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9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+mn-lt"/>
              </a:defRPr>
            </a:lvl7pPr>
            <a:lvl8pPr marL="4078288" indent="-268288" algn="l" defTabSz="863600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9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+mn-lt"/>
              </a:defRPr>
            </a:lvl8pPr>
            <a:lvl9pPr marL="4535488" indent="-268288" algn="l" defTabSz="863600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9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tabLst>
                <a:tab pos="3472080" algn="l"/>
                <a:tab pos="4040784" algn="l"/>
                <a:tab pos="4789077" algn="l"/>
              </a:tabLst>
            </a:pPr>
            <a:r>
              <a:rPr lang="en-US" altLang="de-DE" b="1" kern="0" dirty="0">
                <a:solidFill>
                  <a:schemeClr val="tx1"/>
                </a:solidFill>
                <a:cs typeface="Arial" charset="0"/>
              </a:rPr>
              <a:t>TDK Philippines Corporation</a:t>
            </a:r>
          </a:p>
          <a:p>
            <a:pPr>
              <a:tabLst>
                <a:tab pos="3472080" algn="l"/>
                <a:tab pos="4040784" algn="l"/>
                <a:tab pos="4789077" algn="l"/>
              </a:tabLst>
            </a:pPr>
            <a:r>
              <a:rPr lang="en-US" altLang="de-DE" kern="0" dirty="0">
                <a:solidFill>
                  <a:schemeClr val="tx1"/>
                </a:solidFill>
              </a:rPr>
              <a:t>A TDK Group Company</a:t>
            </a:r>
          </a:p>
          <a:p>
            <a:pPr>
              <a:tabLst>
                <a:tab pos="3472080" algn="l"/>
                <a:tab pos="4040784" algn="l"/>
                <a:tab pos="4789077" algn="l"/>
              </a:tabLst>
            </a:pPr>
            <a:r>
              <a:rPr lang="en-US" altLang="de-DE" kern="0" dirty="0">
                <a:solidFill>
                  <a:schemeClr val="tx1"/>
                </a:solidFill>
              </a:rPr>
              <a:t>Laguna, Philippines</a:t>
            </a:r>
          </a:p>
          <a:p>
            <a:pPr>
              <a:tabLst>
                <a:tab pos="3472080" algn="l"/>
                <a:tab pos="4040784" algn="l"/>
                <a:tab pos="4789077" algn="l"/>
              </a:tabLst>
            </a:pPr>
            <a:r>
              <a:rPr lang="en-US" altLang="de-DE" kern="0" dirty="0">
                <a:solidFill>
                  <a:schemeClr val="tx1"/>
                </a:solidFill>
              </a:rPr>
              <a:t>(BMS) DEVELOPMENT</a:t>
            </a:r>
          </a:p>
          <a:p>
            <a:pPr>
              <a:tabLst>
                <a:tab pos="3472080" algn="l"/>
                <a:tab pos="4040784" algn="l"/>
                <a:tab pos="4789077" algn="l"/>
              </a:tabLst>
            </a:pPr>
            <a:r>
              <a:rPr lang="en-US" altLang="de-DE" kern="0" dirty="0">
                <a:solidFill>
                  <a:schemeClr val="tx1"/>
                </a:solidFill>
              </a:rPr>
              <a:t>Lans Jeffrey L. Galos</a:t>
            </a:r>
          </a:p>
        </p:txBody>
      </p:sp>
    </p:spTree>
    <p:extLst>
      <p:ext uri="{BB962C8B-B14F-4D97-AF65-F5344CB8AC3E}">
        <p14:creationId xmlns:p14="http://schemas.microsoft.com/office/powerpoint/2010/main" val="997036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54F6A-E846-A0EF-455C-8C8624F6B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996C7B5-AD9A-4B1C-BCEA-BE5858772D1C}"/>
              </a:ext>
            </a:extLst>
          </p:cNvPr>
          <p:cNvSpPr/>
          <p:nvPr/>
        </p:nvSpPr>
        <p:spPr>
          <a:xfrm>
            <a:off x="385895" y="554870"/>
            <a:ext cx="11218729" cy="18952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92D1BA2-9B6E-80A0-3C75-D9A609C206D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BED9AA-04D9-9FAF-4481-7B22819C587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D5DAD44-863E-8F86-F5EC-CB1F4FDD43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A person in a blue shirt&#10;&#10;Description automatically generated">
            <a:extLst>
              <a:ext uri="{FF2B5EF4-FFF2-40B4-BE49-F238E27FC236}">
                <a16:creationId xmlns:a16="http://schemas.microsoft.com/office/drawing/2014/main" id="{96E6848B-F440-48F7-8D97-BFDC2E566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89" y="753379"/>
            <a:ext cx="1516451" cy="15164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44E2B8-056D-49BD-802B-C73FAA3274CD}"/>
              </a:ext>
            </a:extLst>
          </p:cNvPr>
          <p:cNvSpPr txBox="1"/>
          <p:nvPr/>
        </p:nvSpPr>
        <p:spPr>
          <a:xfrm>
            <a:off x="2569866" y="940813"/>
            <a:ext cx="2888825" cy="879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PH" b="1" dirty="0"/>
              <a:t>Lans Jeffrey L. Galos</a:t>
            </a:r>
          </a:p>
          <a:p>
            <a:pPr>
              <a:lnSpc>
                <a:spcPct val="150000"/>
              </a:lnSpc>
            </a:pPr>
            <a:r>
              <a:rPr lang="en-PH" b="1" dirty="0"/>
              <a:t>Associate Technician</a:t>
            </a:r>
          </a:p>
        </p:txBody>
      </p:sp>
      <p:graphicFrame>
        <p:nvGraphicFramePr>
          <p:cNvPr id="28" name="Table 3">
            <a:extLst>
              <a:ext uri="{FF2B5EF4-FFF2-40B4-BE49-F238E27FC236}">
                <a16:creationId xmlns:a16="http://schemas.microsoft.com/office/drawing/2014/main" id="{CB9A5A80-2C5D-4B50-919B-D0B93EE45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210085"/>
              </p:ext>
            </p:extLst>
          </p:nvPr>
        </p:nvGraphicFramePr>
        <p:xfrm>
          <a:off x="385895" y="2657673"/>
          <a:ext cx="11218729" cy="36790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40832">
                  <a:extLst>
                    <a:ext uri="{9D8B030D-6E8A-4147-A177-3AD203B41FA5}">
                      <a16:colId xmlns:a16="http://schemas.microsoft.com/office/drawing/2014/main" val="3778658351"/>
                    </a:ext>
                  </a:extLst>
                </a:gridCol>
                <a:gridCol w="5577897">
                  <a:extLst>
                    <a:ext uri="{9D8B030D-6E8A-4147-A177-3AD203B41FA5}">
                      <a16:colId xmlns:a16="http://schemas.microsoft.com/office/drawing/2014/main" val="3406149593"/>
                    </a:ext>
                  </a:extLst>
                </a:gridCol>
              </a:tblGrid>
              <a:tr h="386215"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SYSTEM DEVELOPMENT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800" dirty="0"/>
                        <a:t>3D DESIGN &amp; ASSEMBLY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00555"/>
                  </a:ext>
                </a:extLst>
              </a:tr>
              <a:tr h="3292813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  <a:p>
                      <a:endParaRPr lang="en-PH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651952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8D84332E-D9F7-4A80-8335-ED3E6B85E443}"/>
              </a:ext>
            </a:extLst>
          </p:cNvPr>
          <p:cNvSpPr txBox="1"/>
          <p:nvPr/>
        </p:nvSpPr>
        <p:spPr>
          <a:xfrm>
            <a:off x="6570830" y="940813"/>
            <a:ext cx="47423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 b="1" dirty="0"/>
              <a:t>Core Skills: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PH" sz="1600" dirty="0"/>
              <a:t>System Programming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PH" sz="1600" dirty="0"/>
              <a:t>3D Design &amp; Modelling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PH" sz="1600" dirty="0"/>
              <a:t>Embedded System Assembly</a:t>
            </a:r>
          </a:p>
        </p:txBody>
      </p:sp>
      <p:pic>
        <p:nvPicPr>
          <p:cNvPr id="29" name="Picture 28" descr="A screen shot of a computer&#10;&#10;Description automatically generated">
            <a:extLst>
              <a:ext uri="{FF2B5EF4-FFF2-40B4-BE49-F238E27FC236}">
                <a16:creationId xmlns:a16="http://schemas.microsoft.com/office/drawing/2014/main" id="{92431AC3-82E8-4D5B-B2C5-E056153720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581" y="3119678"/>
            <a:ext cx="1874113" cy="140639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118C289-1F3C-44B8-AD67-0A2283777D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111" b="31254"/>
          <a:stretch/>
        </p:blipFill>
        <p:spPr bwMode="auto">
          <a:xfrm>
            <a:off x="2674133" y="3220802"/>
            <a:ext cx="3055079" cy="1074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E006C68-75E9-4350-AE11-B432A220BC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0656" y="4733598"/>
            <a:ext cx="1933622" cy="142892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EAE333C-13BB-4FDD-B5F4-4AB21EE2F0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10" y="3119678"/>
            <a:ext cx="1417140" cy="14066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AD66CA-CD08-47DA-8F17-DD40E25267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2142" y="4700311"/>
            <a:ext cx="1205875" cy="1412879"/>
          </a:xfrm>
          <a:prstGeom prst="rect">
            <a:avLst/>
          </a:prstGeom>
        </p:spPr>
      </p:pic>
      <p:pic>
        <p:nvPicPr>
          <p:cNvPr id="12" name="Picture 11" descr="A blue and white machine&#10;&#10;Description automatically generated">
            <a:extLst>
              <a:ext uri="{FF2B5EF4-FFF2-40B4-BE49-F238E27FC236}">
                <a16:creationId xmlns:a16="http://schemas.microsoft.com/office/drawing/2014/main" id="{61731937-9527-4091-A453-CB0AFA25BE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1932" y="3407686"/>
            <a:ext cx="1342902" cy="110988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139869F-D958-44A4-8D14-A6B85D6A4A4A}"/>
              </a:ext>
            </a:extLst>
          </p:cNvPr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1932" y="4497187"/>
            <a:ext cx="1391583" cy="181912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B9A9D48-7AF6-4B13-8039-1872E4ABA953}"/>
              </a:ext>
            </a:extLst>
          </p:cNvPr>
          <p:cNvSpPr txBox="1"/>
          <p:nvPr/>
        </p:nvSpPr>
        <p:spPr>
          <a:xfrm>
            <a:off x="744788" y="4151868"/>
            <a:ext cx="1700864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PH" sz="1200" dirty="0"/>
              <a:t>Oven Timer Program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5B4BF3-40F5-4DC7-9090-7ECB87DA5E2B}"/>
              </a:ext>
            </a:extLst>
          </p:cNvPr>
          <p:cNvSpPr txBox="1"/>
          <p:nvPr/>
        </p:nvSpPr>
        <p:spPr>
          <a:xfrm>
            <a:off x="2881267" y="4156440"/>
            <a:ext cx="2606452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PH" sz="1200" dirty="0" err="1"/>
              <a:t>Migne</a:t>
            </a:r>
            <a:r>
              <a:rPr lang="en-PH" sz="1200" dirty="0"/>
              <a:t> Scanning System Program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7248BB-6189-4114-9465-BDC3B78079C5}"/>
              </a:ext>
            </a:extLst>
          </p:cNvPr>
          <p:cNvSpPr txBox="1"/>
          <p:nvPr/>
        </p:nvSpPr>
        <p:spPr>
          <a:xfrm>
            <a:off x="2197035" y="6024023"/>
            <a:ext cx="170086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PH" sz="1200" dirty="0"/>
              <a:t>Lot Tracking System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2B4DC6-7327-4F40-9ED2-2CE89950500C}"/>
              </a:ext>
            </a:extLst>
          </p:cNvPr>
          <p:cNvSpPr txBox="1"/>
          <p:nvPr/>
        </p:nvSpPr>
        <p:spPr>
          <a:xfrm>
            <a:off x="6554767" y="4353055"/>
            <a:ext cx="1874113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PH" sz="1200" dirty="0"/>
              <a:t>Laser Head Jig Holder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904DC06-ECAE-4168-8F93-8EFF9705A616}"/>
              </a:ext>
            </a:extLst>
          </p:cNvPr>
          <p:cNvSpPr txBox="1"/>
          <p:nvPr/>
        </p:nvSpPr>
        <p:spPr>
          <a:xfrm>
            <a:off x="6624647" y="5914729"/>
            <a:ext cx="1700864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PH" sz="1200" dirty="0"/>
              <a:t>OCR Camera Fixture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A357F3-72DF-45FE-9718-3E59CC9F65A9}"/>
              </a:ext>
            </a:extLst>
          </p:cNvPr>
          <p:cNvSpPr txBox="1"/>
          <p:nvPr/>
        </p:nvSpPr>
        <p:spPr>
          <a:xfrm>
            <a:off x="8936449" y="4353055"/>
            <a:ext cx="2253868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PH" sz="1200" dirty="0"/>
              <a:t>X&amp;Y Wall Scanning Machine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EB7C59-DAFD-4D78-8EFF-2903FEFB4234}"/>
              </a:ext>
            </a:extLst>
          </p:cNvPr>
          <p:cNvSpPr txBox="1"/>
          <p:nvPr/>
        </p:nvSpPr>
        <p:spPr>
          <a:xfrm>
            <a:off x="9086870" y="5872633"/>
            <a:ext cx="2001706" cy="276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PH" sz="1200" dirty="0" err="1"/>
              <a:t>Migne</a:t>
            </a:r>
            <a:r>
              <a:rPr lang="en-PH" sz="1200" dirty="0"/>
              <a:t> Scanning System</a:t>
            </a:r>
          </a:p>
        </p:txBody>
      </p:sp>
    </p:spTree>
    <p:extLst>
      <p:ext uri="{BB962C8B-B14F-4D97-AF65-F5344CB8AC3E}">
        <p14:creationId xmlns:p14="http://schemas.microsoft.com/office/powerpoint/2010/main" val="345197600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6" grpId="0" animBg="1"/>
      <p:bldP spid="27" grpId="0" animBg="1"/>
      <p:bldP spid="30" grpId="0" animBg="1"/>
      <p:bldP spid="31" grpId="0" animBg="1"/>
      <p:bldP spid="35" grpId="0" animBg="1"/>
      <p:bldP spid="3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54F6A-E846-A0EF-455C-8C8624F6B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2">
            <a:extLst>
              <a:ext uri="{FF2B5EF4-FFF2-40B4-BE49-F238E27FC236}">
                <a16:creationId xmlns:a16="http://schemas.microsoft.com/office/drawing/2014/main" id="{D703FC53-72EF-407D-9992-92017244E7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993181"/>
              </p:ext>
            </p:extLst>
          </p:nvPr>
        </p:nvGraphicFramePr>
        <p:xfrm>
          <a:off x="385892" y="784679"/>
          <a:ext cx="11218732" cy="524217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04683">
                  <a:extLst>
                    <a:ext uri="{9D8B030D-6E8A-4147-A177-3AD203B41FA5}">
                      <a16:colId xmlns:a16="http://schemas.microsoft.com/office/drawing/2014/main" val="2973687263"/>
                    </a:ext>
                  </a:extLst>
                </a:gridCol>
                <a:gridCol w="2804683">
                  <a:extLst>
                    <a:ext uri="{9D8B030D-6E8A-4147-A177-3AD203B41FA5}">
                      <a16:colId xmlns:a16="http://schemas.microsoft.com/office/drawing/2014/main" val="4229440420"/>
                    </a:ext>
                  </a:extLst>
                </a:gridCol>
                <a:gridCol w="2804683">
                  <a:extLst>
                    <a:ext uri="{9D8B030D-6E8A-4147-A177-3AD203B41FA5}">
                      <a16:colId xmlns:a16="http://schemas.microsoft.com/office/drawing/2014/main" val="4021244188"/>
                    </a:ext>
                  </a:extLst>
                </a:gridCol>
                <a:gridCol w="2804683">
                  <a:extLst>
                    <a:ext uri="{9D8B030D-6E8A-4147-A177-3AD203B41FA5}">
                      <a16:colId xmlns:a16="http://schemas.microsoft.com/office/drawing/2014/main" val="1709422974"/>
                    </a:ext>
                  </a:extLst>
                </a:gridCol>
              </a:tblGrid>
              <a:tr h="377461">
                <a:tc gridSpan="2">
                  <a:txBody>
                    <a:bodyPr/>
                    <a:lstStyle/>
                    <a:p>
                      <a:pPr algn="ctr"/>
                      <a:r>
                        <a:rPr lang="en-PH" dirty="0"/>
                        <a:t>Items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Purpose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Status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672929"/>
                  </a:ext>
                </a:extLst>
              </a:tr>
              <a:tr h="1560624">
                <a:tc>
                  <a:txBody>
                    <a:bodyPr/>
                    <a:lstStyle/>
                    <a:p>
                      <a:pPr algn="l"/>
                      <a:endParaRPr lang="en-PH" sz="1600" b="1" dirty="0"/>
                    </a:p>
                    <a:p>
                      <a:pPr algn="l"/>
                      <a:endParaRPr lang="en-PH" sz="1600" b="1" dirty="0"/>
                    </a:p>
                    <a:p>
                      <a:pPr algn="l"/>
                      <a:r>
                        <a:rPr lang="en-PH" sz="1600" b="1" dirty="0"/>
                        <a:t>ESPEC Oven Timer Program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14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1400" dirty="0"/>
                    </a:p>
                    <a:p>
                      <a:pPr algn="ctr"/>
                      <a:endParaRPr lang="en-PH" sz="1400" dirty="0"/>
                    </a:p>
                    <a:p>
                      <a:pPr algn="ctr"/>
                      <a:endParaRPr lang="en-PH" sz="1400" dirty="0"/>
                    </a:p>
                    <a:p>
                      <a:pPr algn="ctr"/>
                      <a:r>
                        <a:rPr lang="en-PH" sz="1400" dirty="0"/>
                        <a:t>To have a multiple timer of each condition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1400" dirty="0"/>
                    </a:p>
                    <a:p>
                      <a:pPr algn="ctr"/>
                      <a:endParaRPr lang="en-PH" sz="1400" dirty="0"/>
                    </a:p>
                    <a:p>
                      <a:pPr algn="ctr"/>
                      <a:endParaRPr lang="en-PH" sz="1400" dirty="0"/>
                    </a:p>
                    <a:p>
                      <a:pPr algn="ctr"/>
                      <a:r>
                        <a:rPr lang="en-PH" sz="1400" dirty="0"/>
                        <a:t>Done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370519"/>
                  </a:ext>
                </a:extLst>
              </a:tr>
              <a:tr h="1632671">
                <a:tc>
                  <a:txBody>
                    <a:bodyPr/>
                    <a:lstStyle/>
                    <a:p>
                      <a:pPr algn="l"/>
                      <a:endParaRPr lang="en-PH" sz="1600" b="1" dirty="0"/>
                    </a:p>
                    <a:p>
                      <a:pPr algn="l"/>
                      <a:endParaRPr lang="en-PH" sz="1600" b="1" dirty="0"/>
                    </a:p>
                    <a:p>
                      <a:pPr algn="l"/>
                      <a:r>
                        <a:rPr lang="en-PH" sz="1600" b="1" dirty="0"/>
                        <a:t>Strain Measurement for </a:t>
                      </a:r>
                      <a:r>
                        <a:rPr lang="en-PH" sz="1600" b="1" dirty="0" err="1"/>
                        <a:t>Migne</a:t>
                      </a:r>
                      <a:r>
                        <a:rPr lang="en-PH" sz="1600" b="1" dirty="0"/>
                        <a:t> PCB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14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1400" dirty="0"/>
                    </a:p>
                    <a:p>
                      <a:pPr algn="ctr"/>
                      <a:endParaRPr lang="en-PH" sz="1400" dirty="0"/>
                    </a:p>
                    <a:p>
                      <a:pPr algn="ctr"/>
                      <a:endParaRPr lang="en-PH" sz="1400" dirty="0"/>
                    </a:p>
                    <a:p>
                      <a:pPr algn="ctr"/>
                      <a:r>
                        <a:rPr lang="en-PH" sz="1400" dirty="0"/>
                        <a:t>To measure strain </a:t>
                      </a:r>
                    </a:p>
                    <a:p>
                      <a:pPr algn="ctr"/>
                      <a:r>
                        <a:rPr lang="en-PH" sz="1400" dirty="0"/>
                        <a:t>(deformation) of </a:t>
                      </a:r>
                      <a:r>
                        <a:rPr lang="en-PH" sz="1400" dirty="0" err="1"/>
                        <a:t>Migne</a:t>
                      </a:r>
                      <a:r>
                        <a:rPr lang="en-PH" sz="1400" dirty="0"/>
                        <a:t> PCB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1400" dirty="0"/>
                    </a:p>
                    <a:p>
                      <a:pPr algn="ctr"/>
                      <a:endParaRPr lang="en-PH" sz="1400" dirty="0"/>
                    </a:p>
                    <a:p>
                      <a:pPr algn="ctr"/>
                      <a:endParaRPr lang="en-PH" sz="1400" dirty="0"/>
                    </a:p>
                    <a:p>
                      <a:pPr algn="ctr"/>
                      <a:r>
                        <a:rPr lang="en-PH" sz="1400" dirty="0"/>
                        <a:t>Done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345840"/>
                  </a:ext>
                </a:extLst>
              </a:tr>
              <a:tr h="1671417">
                <a:tc>
                  <a:txBody>
                    <a:bodyPr/>
                    <a:lstStyle/>
                    <a:p>
                      <a:pPr algn="l"/>
                      <a:endParaRPr lang="en-PH" sz="1600" b="1" dirty="0"/>
                    </a:p>
                    <a:p>
                      <a:pPr algn="l"/>
                      <a:endParaRPr lang="en-PH" sz="1600" b="1" dirty="0"/>
                    </a:p>
                    <a:p>
                      <a:pPr algn="l"/>
                      <a:r>
                        <a:rPr lang="en-PH" sz="1600" b="1" dirty="0" err="1"/>
                        <a:t>Migne</a:t>
                      </a:r>
                      <a:r>
                        <a:rPr lang="en-PH" sz="1600" b="1" dirty="0"/>
                        <a:t> Scanning System Program Modification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14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1800" dirty="0"/>
                    </a:p>
                    <a:p>
                      <a:pPr algn="ctr"/>
                      <a:endParaRPr lang="en-PH" sz="1400" dirty="0"/>
                    </a:p>
                    <a:p>
                      <a:pPr algn="ctr"/>
                      <a:endParaRPr lang="en-PH" sz="1400" dirty="0"/>
                    </a:p>
                    <a:p>
                      <a:pPr algn="ctr"/>
                      <a:r>
                        <a:rPr lang="en-PH" sz="1400" dirty="0"/>
                        <a:t>To modify overall functions of the system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1800" dirty="0"/>
                    </a:p>
                    <a:p>
                      <a:pPr algn="ctr"/>
                      <a:endParaRPr lang="en-PH" sz="1400" dirty="0"/>
                    </a:p>
                    <a:p>
                      <a:pPr algn="ctr"/>
                      <a:endParaRPr lang="en-PH" sz="1400" dirty="0"/>
                    </a:p>
                    <a:p>
                      <a:pPr algn="ctr"/>
                      <a:r>
                        <a:rPr lang="en-PH" sz="1400" dirty="0"/>
                        <a:t>Done</a:t>
                      </a:r>
                    </a:p>
                    <a:p>
                      <a:endParaRPr lang="en-PH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40047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92D1BA2-9B6E-80A0-3C75-D9A609C206D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©︎ TDK Corporation 2025 | Department | Document title | Confidential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BED9AA-04D9-9FAF-4481-7B22819C587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D5DAD44-863E-8F86-F5EC-CB1F4FDD43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角丸四角形 22">
            <a:extLst>
              <a:ext uri="{FF2B5EF4-FFF2-40B4-BE49-F238E27FC236}">
                <a16:creationId xmlns:a16="http://schemas.microsoft.com/office/drawing/2014/main" id="{3E1A29E9-3862-47A3-B475-410FA75A7E15}"/>
              </a:ext>
            </a:extLst>
          </p:cNvPr>
          <p:cNvSpPr/>
          <p:nvPr/>
        </p:nvSpPr>
        <p:spPr>
          <a:xfrm>
            <a:off x="385895" y="336471"/>
            <a:ext cx="7198246" cy="401977"/>
          </a:xfrm>
          <a:prstGeom prst="roundRect">
            <a:avLst>
              <a:gd name="adj" fmla="val 1642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2000" b="1" dirty="0">
                <a:solidFill>
                  <a:schemeClr val="tx1"/>
                </a:solidFill>
              </a:rPr>
              <a:t>T130 Achievements</a:t>
            </a:r>
            <a:endParaRPr lang="en-PH" sz="2000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2" name="Picture 11" descr="A screen shot of a computer&#10;&#10;Description automatically generated">
            <a:extLst>
              <a:ext uri="{FF2B5EF4-FFF2-40B4-BE49-F238E27FC236}">
                <a16:creationId xmlns:a16="http://schemas.microsoft.com/office/drawing/2014/main" id="{832CD446-4246-44F8-93B1-FE52023B3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3327" y="1218833"/>
            <a:ext cx="2045468" cy="15349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2314D9-6691-4068-A1C0-0510F5A22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97348" y="2775806"/>
            <a:ext cx="1906027" cy="1534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D04860E-8450-4100-975B-66BA8566BE8F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023" y="4310793"/>
            <a:ext cx="1509860" cy="17403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23356482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54F6A-E846-A0EF-455C-8C8624F6B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2">
            <a:extLst>
              <a:ext uri="{FF2B5EF4-FFF2-40B4-BE49-F238E27FC236}">
                <a16:creationId xmlns:a16="http://schemas.microsoft.com/office/drawing/2014/main" id="{D703FC53-72EF-407D-9992-92017244E7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783319"/>
              </p:ext>
            </p:extLst>
          </p:nvPr>
        </p:nvGraphicFramePr>
        <p:xfrm>
          <a:off x="385892" y="784678"/>
          <a:ext cx="11218732" cy="379958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04683">
                  <a:extLst>
                    <a:ext uri="{9D8B030D-6E8A-4147-A177-3AD203B41FA5}">
                      <a16:colId xmlns:a16="http://schemas.microsoft.com/office/drawing/2014/main" val="2973687263"/>
                    </a:ext>
                  </a:extLst>
                </a:gridCol>
                <a:gridCol w="2804683">
                  <a:extLst>
                    <a:ext uri="{9D8B030D-6E8A-4147-A177-3AD203B41FA5}">
                      <a16:colId xmlns:a16="http://schemas.microsoft.com/office/drawing/2014/main" val="4229440420"/>
                    </a:ext>
                  </a:extLst>
                </a:gridCol>
                <a:gridCol w="2804683">
                  <a:extLst>
                    <a:ext uri="{9D8B030D-6E8A-4147-A177-3AD203B41FA5}">
                      <a16:colId xmlns:a16="http://schemas.microsoft.com/office/drawing/2014/main" val="4021244188"/>
                    </a:ext>
                  </a:extLst>
                </a:gridCol>
                <a:gridCol w="2804683">
                  <a:extLst>
                    <a:ext uri="{9D8B030D-6E8A-4147-A177-3AD203B41FA5}">
                      <a16:colId xmlns:a16="http://schemas.microsoft.com/office/drawing/2014/main" val="1709422974"/>
                    </a:ext>
                  </a:extLst>
                </a:gridCol>
              </a:tblGrid>
              <a:tr h="401650">
                <a:tc gridSpan="2">
                  <a:txBody>
                    <a:bodyPr/>
                    <a:lstStyle/>
                    <a:p>
                      <a:pPr algn="ctr"/>
                      <a:r>
                        <a:rPr lang="en-PH" dirty="0"/>
                        <a:t>Items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Purpose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Status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672929"/>
                  </a:ext>
                </a:extLst>
              </a:tr>
              <a:tr h="1660636">
                <a:tc>
                  <a:txBody>
                    <a:bodyPr/>
                    <a:lstStyle/>
                    <a:p>
                      <a:pPr algn="l"/>
                      <a:endParaRPr lang="en-PH" sz="1600" b="1" dirty="0"/>
                    </a:p>
                    <a:p>
                      <a:pPr algn="l"/>
                      <a:endParaRPr lang="en-PH" sz="1600" b="1" dirty="0"/>
                    </a:p>
                    <a:p>
                      <a:pPr algn="l"/>
                      <a:r>
                        <a:rPr lang="en-PH" sz="1600" b="1" dirty="0"/>
                        <a:t>Metal Particle Detection for Plate &amp; Pellet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14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1400" dirty="0"/>
                    </a:p>
                    <a:p>
                      <a:pPr algn="ctr"/>
                      <a:endParaRPr lang="en-PH" sz="1400" dirty="0"/>
                    </a:p>
                    <a:p>
                      <a:pPr algn="ctr"/>
                      <a:endParaRPr lang="en-PH" sz="1400" dirty="0"/>
                    </a:p>
                    <a:p>
                      <a:pPr algn="ctr"/>
                      <a:r>
                        <a:rPr lang="en-PH" sz="1400" dirty="0"/>
                        <a:t>To evaluate the sensor’s performance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1400" dirty="0"/>
                    </a:p>
                    <a:p>
                      <a:pPr algn="ctr"/>
                      <a:endParaRPr lang="en-PH" sz="1400" dirty="0"/>
                    </a:p>
                    <a:p>
                      <a:pPr algn="ctr"/>
                      <a:endParaRPr lang="en-PH" sz="1400" dirty="0"/>
                    </a:p>
                    <a:p>
                      <a:pPr algn="ctr"/>
                      <a:r>
                        <a:rPr lang="en-PH" sz="1400" dirty="0"/>
                        <a:t>Done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370519"/>
                  </a:ext>
                </a:extLst>
              </a:tr>
              <a:tr h="1737300">
                <a:tc>
                  <a:txBody>
                    <a:bodyPr/>
                    <a:lstStyle/>
                    <a:p>
                      <a:pPr algn="l"/>
                      <a:endParaRPr lang="en-PH" sz="1600" b="1" dirty="0"/>
                    </a:p>
                    <a:p>
                      <a:pPr algn="l"/>
                      <a:endParaRPr lang="en-PH" sz="1600" b="1" dirty="0"/>
                    </a:p>
                    <a:p>
                      <a:pPr algn="l"/>
                      <a:r>
                        <a:rPr lang="en-PH" sz="1600" b="1" dirty="0"/>
                        <a:t>Lot Tracking System 1</a:t>
                      </a:r>
                      <a:r>
                        <a:rPr lang="en-PH" sz="1600" b="1" baseline="30000" dirty="0"/>
                        <a:t>st</a:t>
                      </a:r>
                      <a:r>
                        <a:rPr lang="en-PH" sz="1600" b="1" dirty="0"/>
                        <a:t> Trial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14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1400" dirty="0"/>
                    </a:p>
                    <a:p>
                      <a:pPr algn="ctr"/>
                      <a:endParaRPr lang="en-PH" sz="1400" dirty="0"/>
                    </a:p>
                    <a:p>
                      <a:pPr algn="ctr"/>
                      <a:endParaRPr lang="en-PH" sz="1400" dirty="0"/>
                    </a:p>
                    <a:p>
                      <a:pPr algn="ctr"/>
                      <a:r>
                        <a:rPr lang="en-PH" sz="1400" dirty="0"/>
                        <a:t>To easily track and store data of sensors throughout the process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sz="1400" dirty="0"/>
                    </a:p>
                    <a:p>
                      <a:pPr algn="ctr"/>
                      <a:endParaRPr lang="en-PH" sz="1400" dirty="0"/>
                    </a:p>
                    <a:p>
                      <a:pPr algn="ctr"/>
                      <a:endParaRPr lang="en-PH" sz="1400" dirty="0"/>
                    </a:p>
                    <a:p>
                      <a:pPr algn="ctr"/>
                      <a:r>
                        <a:rPr lang="en-PH" sz="1400" dirty="0"/>
                        <a:t>Done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345840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92D1BA2-9B6E-80A0-3C75-D9A609C206D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©︎ TDK Corporation 2025 | Department | Document title | Confidential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BED9AA-04D9-9FAF-4481-7B22819C587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D5DAD44-863E-8F86-F5EC-CB1F4FDD43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角丸四角形 22">
            <a:extLst>
              <a:ext uri="{FF2B5EF4-FFF2-40B4-BE49-F238E27FC236}">
                <a16:creationId xmlns:a16="http://schemas.microsoft.com/office/drawing/2014/main" id="{3E1A29E9-3862-47A3-B475-410FA75A7E15}"/>
              </a:ext>
            </a:extLst>
          </p:cNvPr>
          <p:cNvSpPr/>
          <p:nvPr/>
        </p:nvSpPr>
        <p:spPr>
          <a:xfrm>
            <a:off x="385895" y="336471"/>
            <a:ext cx="7198246" cy="401977"/>
          </a:xfrm>
          <a:prstGeom prst="roundRect">
            <a:avLst>
              <a:gd name="adj" fmla="val 1642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2000" b="1" dirty="0">
                <a:solidFill>
                  <a:schemeClr val="tx1"/>
                </a:solidFill>
              </a:rPr>
              <a:t>T130 Achievements</a:t>
            </a:r>
            <a:endParaRPr lang="en-PH" sz="2000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5" name="Graphic 23">
            <a:extLst>
              <a:ext uri="{FF2B5EF4-FFF2-40B4-BE49-F238E27FC236}">
                <a16:creationId xmlns:a16="http://schemas.microsoft.com/office/drawing/2014/main" id="{8AA86BD1-A13A-433C-8F59-9DD6B733CCB7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46021" y="1240890"/>
            <a:ext cx="2408679" cy="145751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2D3790D-91DF-44F4-9E83-879E9DD16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021" y="2972718"/>
            <a:ext cx="2078479" cy="153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725240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54F6A-E846-A0EF-455C-8C8624F6B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92D1BA2-9B6E-80A0-3C75-D9A609C206D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BED9AA-04D9-9FAF-4481-7B22819C587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D5DAD44-863E-8F86-F5EC-CB1F4FDD43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角丸四角形 22">
            <a:extLst>
              <a:ext uri="{FF2B5EF4-FFF2-40B4-BE49-F238E27FC236}">
                <a16:creationId xmlns:a16="http://schemas.microsoft.com/office/drawing/2014/main" id="{3E1A29E9-3862-47A3-B475-410FA75A7E15}"/>
              </a:ext>
            </a:extLst>
          </p:cNvPr>
          <p:cNvSpPr/>
          <p:nvPr/>
        </p:nvSpPr>
        <p:spPr>
          <a:xfrm>
            <a:off x="385895" y="336471"/>
            <a:ext cx="7198246" cy="401977"/>
          </a:xfrm>
          <a:prstGeom prst="roundRect">
            <a:avLst>
              <a:gd name="adj" fmla="val 1642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2000" b="1" dirty="0">
                <a:solidFill>
                  <a:schemeClr val="tx1"/>
                </a:solidFill>
              </a:rPr>
              <a:t>T131 Target Goal</a:t>
            </a:r>
            <a:endParaRPr lang="en-PH" sz="2000" b="1" dirty="0">
              <a:solidFill>
                <a:schemeClr val="tx1"/>
              </a:solidFill>
              <a:latin typeface="+mn-lt"/>
            </a:endParaRPr>
          </a:p>
        </p:txBody>
      </p:sp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id="{A6DCBC21-6E07-4B2A-BC31-ABEF7AEEFA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241214"/>
              </p:ext>
            </p:extLst>
          </p:nvPr>
        </p:nvGraphicFramePr>
        <p:xfrm>
          <a:off x="385895" y="738447"/>
          <a:ext cx="11218727" cy="5510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25">
                  <a:extLst>
                    <a:ext uri="{9D8B030D-6E8A-4147-A177-3AD203B41FA5}">
                      <a16:colId xmlns:a16="http://schemas.microsoft.com/office/drawing/2014/main" val="3778658351"/>
                    </a:ext>
                  </a:extLst>
                </a:gridCol>
                <a:gridCol w="2815034">
                  <a:extLst>
                    <a:ext uri="{9D8B030D-6E8A-4147-A177-3AD203B41FA5}">
                      <a16:colId xmlns:a16="http://schemas.microsoft.com/office/drawing/2014/main" val="1763817368"/>
                    </a:ext>
                  </a:extLst>
                </a:gridCol>
                <a:gridCol w="2815034">
                  <a:extLst>
                    <a:ext uri="{9D8B030D-6E8A-4147-A177-3AD203B41FA5}">
                      <a16:colId xmlns:a16="http://schemas.microsoft.com/office/drawing/2014/main" val="1190095428"/>
                    </a:ext>
                  </a:extLst>
                </a:gridCol>
                <a:gridCol w="2815034">
                  <a:extLst>
                    <a:ext uri="{9D8B030D-6E8A-4147-A177-3AD203B41FA5}">
                      <a16:colId xmlns:a16="http://schemas.microsoft.com/office/drawing/2014/main" val="3406149593"/>
                    </a:ext>
                  </a:extLst>
                </a:gridCol>
              </a:tblGrid>
              <a:tr h="618109"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Target Item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800" dirty="0"/>
                        <a:t>Target Goal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800" dirty="0"/>
                        <a:t>Actual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800" dirty="0"/>
                        <a:t>Target Date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00555"/>
                  </a:ext>
                </a:extLst>
              </a:tr>
              <a:tr h="1539044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PH" b="1" dirty="0"/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PH" b="1" dirty="0"/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PH" b="1" dirty="0"/>
                        <a:t>Lot Tracking System 2</a:t>
                      </a:r>
                      <a:r>
                        <a:rPr lang="en-PH" b="1" baseline="30000" dirty="0"/>
                        <a:t>nd</a:t>
                      </a:r>
                      <a:r>
                        <a:rPr lang="en-PH" b="1" dirty="0"/>
                        <a:t> Trial Run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rgbClr val="0000FF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rgbClr val="0000FF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</a:rPr>
                        <a:t>100%</a:t>
                      </a:r>
                      <a:endParaRPr lang="en-PH" sz="1800" b="1" dirty="0">
                        <a:solidFill>
                          <a:srgbClr val="0000FF"/>
                        </a:solidFill>
                      </a:endParaRPr>
                    </a:p>
                    <a:p>
                      <a:pPr algn="ctr"/>
                      <a:endParaRPr lang="en-PH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0%</a:t>
                      </a:r>
                      <a:endParaRPr lang="en-PH" sz="18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en-PH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  <a:p>
                      <a:pPr algn="ctr"/>
                      <a:endParaRPr lang="en-PH" dirty="0"/>
                    </a:p>
                    <a:p>
                      <a:pPr algn="ctr"/>
                      <a:r>
                        <a:rPr lang="en-PH" dirty="0"/>
                        <a:t>T131-Q1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651952"/>
                  </a:ext>
                </a:extLst>
              </a:tr>
              <a:tr h="1676476">
                <a:tc>
                  <a:txBody>
                    <a:bodyPr/>
                    <a:lstStyle/>
                    <a:p>
                      <a:pPr algn="l"/>
                      <a:endParaRPr lang="en-PH" b="1" dirty="0"/>
                    </a:p>
                    <a:p>
                      <a:pPr algn="l"/>
                      <a:endParaRPr lang="en-PH" b="1" dirty="0"/>
                    </a:p>
                    <a:p>
                      <a:pPr algn="l"/>
                      <a:r>
                        <a:rPr lang="en-PH" b="1" dirty="0"/>
                        <a:t>Dino-Lite OCR Camera Improvement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rgbClr val="0000FF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rgbClr val="0000FF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</a:rPr>
                        <a:t>100%</a:t>
                      </a:r>
                      <a:endParaRPr lang="en-PH" sz="1800" b="1" dirty="0">
                        <a:solidFill>
                          <a:srgbClr val="0000FF"/>
                        </a:solidFill>
                      </a:endParaRPr>
                    </a:p>
                    <a:p>
                      <a:pPr algn="ctr"/>
                      <a:endParaRPr lang="en-PH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50%</a:t>
                      </a:r>
                      <a:endParaRPr lang="en-PH" sz="18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en-PH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  <a:p>
                      <a:pPr algn="ctr"/>
                      <a:endParaRPr lang="en-PH" dirty="0"/>
                    </a:p>
                    <a:p>
                      <a:pPr algn="ctr"/>
                      <a:r>
                        <a:rPr lang="en-PH" dirty="0"/>
                        <a:t>T131-Q1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444868"/>
                  </a:ext>
                </a:extLst>
              </a:tr>
              <a:tr h="1676476">
                <a:tc>
                  <a:txBody>
                    <a:bodyPr/>
                    <a:lstStyle/>
                    <a:p>
                      <a:pPr algn="l"/>
                      <a:endParaRPr lang="en-PH" b="1" dirty="0"/>
                    </a:p>
                    <a:p>
                      <a:pPr algn="l"/>
                      <a:endParaRPr lang="en-PH" b="1" dirty="0"/>
                    </a:p>
                    <a:p>
                      <a:pPr algn="l"/>
                      <a:r>
                        <a:rPr lang="en-PH" b="1" dirty="0"/>
                        <a:t>Exposure to 3D Designing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rgbClr val="0000FF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rgbClr val="0000FF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</a:rPr>
                        <a:t>100%</a:t>
                      </a:r>
                      <a:endParaRPr lang="en-PH" sz="1800" b="1" dirty="0">
                        <a:solidFill>
                          <a:srgbClr val="0000FF"/>
                        </a:solidFill>
                      </a:endParaRPr>
                    </a:p>
                    <a:p>
                      <a:pPr algn="ctr"/>
                      <a:endParaRPr lang="en-PH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20%</a:t>
                      </a:r>
                      <a:endParaRPr lang="en-PH" sz="18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en-PH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  <a:p>
                      <a:pPr algn="ctr"/>
                      <a:endParaRPr lang="en-PH" dirty="0"/>
                    </a:p>
                    <a:p>
                      <a:pPr algn="ctr"/>
                      <a:r>
                        <a:rPr lang="en-PH" dirty="0"/>
                        <a:t>T131-Q4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164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9603893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54F6A-E846-A0EF-455C-8C8624F6B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9589FE6-C8FB-5566-3D16-A4D7638D016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266762" cy="68580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92D1BA2-9B6E-80A0-3C75-D9A609C206D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BED9AA-04D9-9FAF-4481-7B22819C587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D5DAD44-863E-8F86-F5EC-CB1F4FDD43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角丸四角形 22">
            <a:extLst>
              <a:ext uri="{FF2B5EF4-FFF2-40B4-BE49-F238E27FC236}">
                <a16:creationId xmlns:a16="http://schemas.microsoft.com/office/drawing/2014/main" id="{3E1A29E9-3862-47A3-B475-410FA75A7E15}"/>
              </a:ext>
            </a:extLst>
          </p:cNvPr>
          <p:cNvSpPr/>
          <p:nvPr/>
        </p:nvSpPr>
        <p:spPr>
          <a:xfrm>
            <a:off x="385895" y="1200062"/>
            <a:ext cx="7198246" cy="401977"/>
          </a:xfrm>
          <a:prstGeom prst="roundRect">
            <a:avLst>
              <a:gd name="adj" fmla="val 1642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3200" b="1">
                <a:solidFill>
                  <a:schemeClr val="tx1"/>
                </a:solidFill>
              </a:rPr>
              <a:t>My Dream for BMS</a:t>
            </a:r>
            <a:endParaRPr lang="en-PH" sz="32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89EDF2-B9B9-45D5-82D4-5B0121B2EBA2}"/>
              </a:ext>
            </a:extLst>
          </p:cNvPr>
          <p:cNvSpPr txBox="1"/>
          <p:nvPr/>
        </p:nvSpPr>
        <p:spPr>
          <a:xfrm>
            <a:off x="581891" y="1821202"/>
            <a:ext cx="110227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/>
              <a:t>I aspire for BMS to become a successful and continuously growing business</a:t>
            </a:r>
            <a:endParaRPr lang="en-PH" sz="3200" dirty="0"/>
          </a:p>
        </p:txBody>
      </p:sp>
      <p:sp>
        <p:nvSpPr>
          <p:cNvPr id="10" name="角丸四角形 22">
            <a:extLst>
              <a:ext uri="{FF2B5EF4-FFF2-40B4-BE49-F238E27FC236}">
                <a16:creationId xmlns:a16="http://schemas.microsoft.com/office/drawing/2014/main" id="{27277E07-E85F-49C9-8466-AF28891077A0}"/>
              </a:ext>
            </a:extLst>
          </p:cNvPr>
          <p:cNvSpPr/>
          <p:nvPr/>
        </p:nvSpPr>
        <p:spPr>
          <a:xfrm>
            <a:off x="388637" y="3440346"/>
            <a:ext cx="7198246" cy="401977"/>
          </a:xfrm>
          <a:prstGeom prst="roundRect">
            <a:avLst>
              <a:gd name="adj" fmla="val 1642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3200" b="1">
                <a:solidFill>
                  <a:schemeClr val="tx1"/>
                </a:solidFill>
              </a:rPr>
              <a:t>My Dream for Myself</a:t>
            </a:r>
            <a:endParaRPr lang="en-PH" sz="32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89E5D7-2D60-4F13-BDA0-71987802EAD9}"/>
              </a:ext>
            </a:extLst>
          </p:cNvPr>
          <p:cNvSpPr txBox="1"/>
          <p:nvPr/>
        </p:nvSpPr>
        <p:spPr>
          <a:xfrm>
            <a:off x="584634" y="4061486"/>
            <a:ext cx="103604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/>
              <a:t>I aspire for myself to become successful and professional person</a:t>
            </a:r>
            <a:endParaRPr lang="en-PH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68D7F3-87E9-E4D4-5108-3325D0D4438C}"/>
              </a:ext>
            </a:extLst>
          </p:cNvPr>
          <p:cNvSpPr txBox="1"/>
          <p:nvPr/>
        </p:nvSpPr>
        <p:spPr>
          <a:xfrm>
            <a:off x="952500" y="6858000"/>
            <a:ext cx="10287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900">
                <a:hlinkClick r:id="rId3" tooltip="https://www.picserver.org/highway-signs2/s/success.html"/>
              </a:rPr>
              <a:t>This Photo</a:t>
            </a:r>
            <a:r>
              <a:rPr lang="en-PH" sz="900"/>
              <a:t> by Unknown Author is licensed under </a:t>
            </a:r>
            <a:r>
              <a:rPr lang="en-PH" sz="900">
                <a:hlinkClick r:id="rId4" tooltip="https://creativecommons.org/licenses/by-sa/3.0/"/>
              </a:rPr>
              <a:t>CC BY-SA</a:t>
            </a:r>
            <a:endParaRPr lang="en-PH" sz="900"/>
          </a:p>
        </p:txBody>
      </p:sp>
    </p:spTree>
    <p:extLst>
      <p:ext uri="{BB962C8B-B14F-4D97-AF65-F5344CB8AC3E}">
        <p14:creationId xmlns:p14="http://schemas.microsoft.com/office/powerpoint/2010/main" val="401164951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8625337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TDK">
      <a:dk1>
        <a:srgbClr val="000000"/>
      </a:dk1>
      <a:lt1>
        <a:srgbClr val="FFFFFF"/>
      </a:lt1>
      <a:dk2>
        <a:srgbClr val="838383"/>
      </a:dk2>
      <a:lt2>
        <a:srgbClr val="D7D8D6"/>
      </a:lt2>
      <a:accent1>
        <a:srgbClr val="0046AD"/>
      </a:accent1>
      <a:accent2>
        <a:srgbClr val="1132FF"/>
      </a:accent2>
      <a:accent3>
        <a:srgbClr val="2BA8FF"/>
      </a:accent3>
      <a:accent4>
        <a:srgbClr val="C97BF3"/>
      </a:accent4>
      <a:accent5>
        <a:srgbClr val="38D189"/>
      </a:accent5>
      <a:accent6>
        <a:srgbClr val="FF932A"/>
      </a:accent6>
      <a:hlink>
        <a:srgbClr val="0000FF"/>
      </a:hlink>
      <a:folHlink>
        <a:srgbClr val="800080"/>
      </a:folHlink>
    </a:clrScheme>
    <a:fontScheme name="TDK typeface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TDK Blue">
      <a:srgbClr val="0046AD"/>
    </a:custClr>
    <a:custClr name="TDK Purple">
      <a:srgbClr val="C97AF4"/>
    </a:custClr>
    <a:custClr name="TDK Blue">
      <a:srgbClr val="2DA8FF"/>
    </a:custClr>
    <a:custClr name="TDK Green">
      <a:srgbClr val="38D189"/>
    </a:custClr>
    <a:custClr name="TDK Orange">
      <a:srgbClr val="FF932A"/>
    </a:custClr>
    <a:custClr name="TDK Grey">
      <a:srgbClr val="848484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TDK Primary Blue">
      <a:srgbClr val="1132FF"/>
    </a:custClr>
    <a:custClr name="TDK Purple Shade 1">
      <a:srgbClr val="D79BF7"/>
    </a:custClr>
    <a:custClr name="TDK Blue Shade 1">
      <a:srgbClr val="62BEFF"/>
    </a:custClr>
    <a:custClr name="TDK Green Shade 1">
      <a:srgbClr val="68DDA7"/>
    </a:custClr>
    <a:custClr name="TDK Orange Shade 1">
      <a:srgbClr val="FFAE5F"/>
    </a:custClr>
    <a:custClr name="TDK Grey Shade 1">
      <a:srgbClr val="A3A3A3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TDK Primary Saturated Blue">
      <a:srgbClr val="0087FF"/>
    </a:custClr>
    <a:custClr name="TDK Purple Shade 2">
      <a:srgbClr val="E4BCF9"/>
    </a:custClr>
    <a:custClr name="TDK Blue Shade 2">
      <a:srgbClr val="96D3FF"/>
    </a:custClr>
    <a:custClr name="TDK Green Shade 2">
      <a:srgbClr val="9AE8C4"/>
    </a:custClr>
    <a:custClr name="TDK Orange Shade 2">
      <a:srgbClr val="FFC994"/>
    </a:custClr>
    <a:custClr name="TDK Orange Shade 2">
      <a:srgbClr val="C1C1C1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TDK Primary Saturated Purple">
      <a:srgbClr val="C919F4"/>
    </a:custClr>
    <a:custClr name="TDK Purple Shade 3">
      <a:srgbClr val="F1DEFC"/>
    </a:custClr>
    <a:custClr name="TDK Blue Shade 3">
      <a:srgbClr val="CAE9FF"/>
    </a:custClr>
    <a:custClr name="TDK Green Shade 3">
      <a:srgbClr val="CDF3E1"/>
    </a:custClr>
    <a:custClr name="TDK Orange Shade 3">
      <a:srgbClr val="FFE4CA"/>
    </a:custClr>
    <a:custClr name="TDK Orange Shade 3">
      <a:srgbClr val="E0E0E0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TDK Primary Saturated Green">
      <a:srgbClr val="26F985"/>
    </a:custClr>
    <a:custClr name="TDK Purple Shade 4">
      <a:srgbClr val="660C92"/>
    </a:custClr>
    <a:custClr name="TDK Blue Shade 4">
      <a:srgbClr val="072F8C"/>
    </a:custClr>
    <a:custClr name="TDK Green Shade 4">
      <a:srgbClr val="437873"/>
    </a:custClr>
    <a:custClr name="TDK Orange Shade 4">
      <a:srgbClr val="A75227"/>
    </a:custClr>
    <a:custClr name="TDK Orange Shade 4">
      <a:srgbClr val="545456"/>
    </a:custClr>
  </a:custClrLst>
  <a:extLst>
    <a:ext uri="{05A4C25C-085E-4340-85A3-A5531E510DB2}">
      <thm15:themeFamily xmlns:thm15="http://schemas.microsoft.com/office/thememl/2012/main" name="Presentation5" id="{B62A9DF9-89FB-4161-B2C0-2ABD7DD52F7A}" vid="{734D663F-B332-4386-9CB3-D0E23EBE4B55}"/>
    </a:ext>
  </a:extLst>
</a:theme>
</file>

<file path=ppt/theme/theme2.xml><?xml version="1.0" encoding="utf-8"?>
<a:theme xmlns:a="http://schemas.openxmlformats.org/drawingml/2006/main" name="Office Theme">
  <a:themeElements>
    <a:clrScheme name="TDK Colors">
      <a:dk1>
        <a:srgbClr val="000000"/>
      </a:dk1>
      <a:lt1>
        <a:srgbClr val="FFFFFF"/>
      </a:lt1>
      <a:dk2>
        <a:srgbClr val="0046AD"/>
      </a:dk2>
      <a:lt2>
        <a:srgbClr val="FFFFFF"/>
      </a:lt2>
      <a:accent1>
        <a:srgbClr val="1132FF"/>
      </a:accent1>
      <a:accent2>
        <a:srgbClr val="C97BF4"/>
      </a:accent2>
      <a:accent3>
        <a:srgbClr val="2BA8FF"/>
      </a:accent3>
      <a:accent4>
        <a:srgbClr val="38D189"/>
      </a:accent4>
      <a:accent5>
        <a:srgbClr val="FF932A"/>
      </a:accent5>
      <a:accent6>
        <a:srgbClr val="848484"/>
      </a:accent6>
      <a:hlink>
        <a:srgbClr val="0000FF"/>
      </a:hlink>
      <a:folHlink>
        <a:srgbClr val="800080"/>
      </a:folHlink>
    </a:clrScheme>
    <a:fontScheme name="TDK typeface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TDK Colors">
      <a:dk1>
        <a:srgbClr val="000000"/>
      </a:dk1>
      <a:lt1>
        <a:srgbClr val="FFFFFF"/>
      </a:lt1>
      <a:dk2>
        <a:srgbClr val="0046AD"/>
      </a:dk2>
      <a:lt2>
        <a:srgbClr val="FFFFFF"/>
      </a:lt2>
      <a:accent1>
        <a:srgbClr val="1132FF"/>
      </a:accent1>
      <a:accent2>
        <a:srgbClr val="C97BF4"/>
      </a:accent2>
      <a:accent3>
        <a:srgbClr val="2BA8FF"/>
      </a:accent3>
      <a:accent4>
        <a:srgbClr val="38D189"/>
      </a:accent4>
      <a:accent5>
        <a:srgbClr val="FF932A"/>
      </a:accent5>
      <a:accent6>
        <a:srgbClr val="848484"/>
      </a:accent6>
      <a:hlink>
        <a:srgbClr val="0000FF"/>
      </a:hlink>
      <a:folHlink>
        <a:srgbClr val="800080"/>
      </a:folHlink>
    </a:clrScheme>
    <a:fontScheme name="TDK typeface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760F531-8A87-4EE7-A5AA-81DDDDF3D115}">
  <we:reference id="wa104178141" version="4.3.3.0" store="en-US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15e880d-5684-4075-9d60-eac788d9045b">
      <Terms xmlns="http://schemas.microsoft.com/office/infopath/2007/PartnerControls"/>
    </lcf76f155ced4ddcb4097134ff3c332f>
    <TaxCatchAll xmlns="a11a49d9-2a5c-450a-a84b-a693d3734f7a" xsi:nil="true"/>
    <_x5099__x8003_ xmlns="f15e880d-5684-4075-9d60-eac788d9045b" xsi:nil="true"/>
    <Update xmlns="f15e880d-5684-4075-9d60-eac788d9045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F9E4F70D0B08D549B1A699C110D29A41" ma:contentTypeVersion="18" ma:contentTypeDescription="新しいドキュメントを作成します。" ma:contentTypeScope="" ma:versionID="d8ec990f8bb6d77561cf4e9913aa514a">
  <xsd:schema xmlns:xsd="http://www.w3.org/2001/XMLSchema" xmlns:xs="http://www.w3.org/2001/XMLSchema" xmlns:p="http://schemas.microsoft.com/office/2006/metadata/properties" xmlns:ns2="f15e880d-5684-4075-9d60-eac788d9045b" xmlns:ns3="a11a49d9-2a5c-450a-a84b-a693d3734f7a" targetNamespace="http://schemas.microsoft.com/office/2006/metadata/properties" ma:root="true" ma:fieldsID="19dbd490739628172e10ac5cfad25682" ns2:_="" ns3:_="">
    <xsd:import namespace="f15e880d-5684-4075-9d60-eac788d9045b"/>
    <xsd:import namespace="a11a49d9-2a5c-450a-a84b-a693d3734f7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_x5099__x8003_" minOccurs="0"/>
                <xsd:element ref="ns2:Up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5e880d-5684-4075-9d60-eac788d904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画像タグ" ma:readOnly="false" ma:fieldId="{5cf76f15-5ced-4ddc-b409-7134ff3c332f}" ma:taxonomyMulti="true" ma:sspId="93bdc066-e0e3-4c7c-b8ac-83d7960dc8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_x5099__x8003_" ma:index="24" nillable="true" ma:displayName="備考" ma:format="Dropdown" ma:internalName="_x5099__x8003_">
      <xsd:simpleType>
        <xsd:restriction base="dms:Note">
          <xsd:maxLength value="255"/>
        </xsd:restriction>
      </xsd:simpleType>
    </xsd:element>
    <xsd:element name="Update" ma:index="25" nillable="true" ma:displayName="Update" ma:format="Dropdown" ma:internalName="Updat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1a49d9-2a5c-450a-a84b-a693d3734f7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2ec7386-e3bb-4161-bcb4-873e2938a055}" ma:internalName="TaxCatchAll" ma:showField="CatchAllData" ma:web="a11a49d9-2a5c-450a-a84b-a693d3734f7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8F345A-1244-4F9A-A029-D10E70810599}">
  <ds:schemaRefs>
    <ds:schemaRef ds:uri="http://schemas.microsoft.com/office/2006/metadata/properties"/>
    <ds:schemaRef ds:uri="http://schemas.microsoft.com/office/infopath/2007/PartnerControls"/>
    <ds:schemaRef ds:uri="f15e880d-5684-4075-9d60-eac788d9045b"/>
    <ds:schemaRef ds:uri="a11a49d9-2a5c-450a-a84b-a693d3734f7a"/>
  </ds:schemaRefs>
</ds:datastoreItem>
</file>

<file path=customXml/itemProps2.xml><?xml version="1.0" encoding="utf-8"?>
<ds:datastoreItem xmlns:ds="http://schemas.openxmlformats.org/officeDocument/2006/customXml" ds:itemID="{158C9F39-DF20-4B15-92D2-A6866F4A736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537FDC-8227-45A5-9474-117B0D2958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5e880d-5684-4075-9d60-eac788d9045b"/>
    <ds:schemaRef ds:uri="a11a49d9-2a5c-450a-a84b-a693d3734f7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8e19d756-792e-42a1-bcad-4cb9051ddd2d}" enabled="1" method="Standard" siteId="{41eb501a-f671-4ce0-a5bf-b64168c3705f}" removed="0"/>
  <clbl:label id="{ca92b90d-8b2c-464d-94f0-5bcfb983aed4}" enabled="1" method="Standard" siteId="{7e452255-946f-4f17-800a-a0fb6835dc6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TDK PPT template 1.6</Template>
  <TotalTime>5376</TotalTime>
  <Words>318</Words>
  <Application>Microsoft Office PowerPoint</Application>
  <PresentationFormat>Widescreen</PresentationFormat>
  <Paragraphs>142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Noto Sans</vt:lpstr>
      <vt:lpstr>Wingdings</vt:lpstr>
      <vt:lpstr>Wingdings 3</vt:lpstr>
      <vt:lpstr>Office Theme</vt:lpstr>
      <vt:lpstr>T130 Achievements T131 Target Goal Dream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Kenneth Hagas</dc:creator>
  <cp:lastModifiedBy>Genshin Impact</cp:lastModifiedBy>
  <cp:revision>419</cp:revision>
  <dcterms:created xsi:type="dcterms:W3CDTF">2025-07-16T13:58:45Z</dcterms:created>
  <dcterms:modified xsi:type="dcterms:W3CDTF">2026-05-04T21:18:04Z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e19d756-792e-42a1-bcad-4cb9051ddd2d_Enabled">
    <vt:lpwstr>true</vt:lpwstr>
  </property>
  <property fmtid="{D5CDD505-2E9C-101B-9397-08002B2CF9AE}" pid="3" name="MSIP_Label_8e19d756-792e-42a1-bcad-4cb9051ddd2d_SetDate">
    <vt:lpwstr>2025-03-25T01:05:48Z</vt:lpwstr>
  </property>
  <property fmtid="{D5CDD505-2E9C-101B-9397-08002B2CF9AE}" pid="4" name="MSIP_Label_8e19d756-792e-42a1-bcad-4cb9051ddd2d_Method">
    <vt:lpwstr>Standard</vt:lpwstr>
  </property>
  <property fmtid="{D5CDD505-2E9C-101B-9397-08002B2CF9AE}" pid="5" name="MSIP_Label_8e19d756-792e-42a1-bcad-4cb9051ddd2d_Name">
    <vt:lpwstr>Confidential</vt:lpwstr>
  </property>
  <property fmtid="{D5CDD505-2E9C-101B-9397-08002B2CF9AE}" pid="6" name="MSIP_Label_8e19d756-792e-42a1-bcad-4cb9051ddd2d_SiteId">
    <vt:lpwstr>41eb501a-f671-4ce0-a5bf-b64168c3705f</vt:lpwstr>
  </property>
  <property fmtid="{D5CDD505-2E9C-101B-9397-08002B2CF9AE}" pid="7" name="MSIP_Label_8e19d756-792e-42a1-bcad-4cb9051ddd2d_ActionId">
    <vt:lpwstr>71cbc1fd-31a5-437a-be08-68d72d494a98</vt:lpwstr>
  </property>
  <property fmtid="{D5CDD505-2E9C-101B-9397-08002B2CF9AE}" pid="8" name="MSIP_Label_8e19d756-792e-42a1-bcad-4cb9051ddd2d_ContentBits">
    <vt:lpwstr>2</vt:lpwstr>
  </property>
  <property fmtid="{D5CDD505-2E9C-101B-9397-08002B2CF9AE}" pid="9" name="MSIP_Label_8e19d756-792e-42a1-bcad-4cb9051ddd2d_Tag">
    <vt:lpwstr>50, 3, 0, 1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Confidential - Not for Public Consumption or Distribution</vt:lpwstr>
  </property>
  <property fmtid="{D5CDD505-2E9C-101B-9397-08002B2CF9AE}" pid="12" name="ContentTypeId">
    <vt:lpwstr>0x010100F9E4F70D0B08D549B1A699C110D29A41</vt:lpwstr>
  </property>
  <property fmtid="{D5CDD505-2E9C-101B-9397-08002B2CF9AE}" pid="13" name="MediaServiceImageTags">
    <vt:lpwstr/>
  </property>
  <property fmtid="{D5CDD505-2E9C-101B-9397-08002B2CF9AE}" pid="14" name="ClassificationContentMarkingHeaderLocations">
    <vt:lpwstr>Office Theme:7</vt:lpwstr>
  </property>
  <property fmtid="{D5CDD505-2E9C-101B-9397-08002B2CF9AE}" pid="15" name="ClassificationContentMarkingHeaderText">
    <vt:lpwstr>L2: Internal use only</vt:lpwstr>
  </property>
</Properties>
</file>